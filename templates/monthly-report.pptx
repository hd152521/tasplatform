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11/relationships/webextensiontaskpanes" Target="ppt/webextensions/taskpanes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362" r:id="rId4"/>
    <p:sldId id="363" r:id="rId5"/>
    <p:sldId id="499" r:id="rId6"/>
    <p:sldId id="705" r:id="rId7"/>
    <p:sldId id="673" r:id="rId13"/>
    <p:sldId id="702" r:id="rId1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890" userDrawn="1">
          <p15:clr>
            <a:srgbClr val="A4A3A4"/>
          </p15:clr>
        </p15:guide>
        <p15:guide id="2" pos="172" userDrawn="1">
          <p15:clr>
            <a:srgbClr val="A4A3A4"/>
          </p15:clr>
        </p15:guide>
        <p15:guide id="3" orient="horz" pos="4020" userDrawn="1">
          <p15:clr>
            <a:srgbClr val="A4A3A4"/>
          </p15:clr>
        </p15:guide>
        <p15:guide id="5" pos="6068" userDrawn="1">
          <p15:clr>
            <a:srgbClr val="A4A3A4"/>
          </p15:clr>
        </p15:guide>
        <p15:guide id="6" orient="horz" pos="102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uhwan Kim" initials="SK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2F2F2"/>
    <a:srgbClr val="2F5597"/>
    <a:srgbClr val="FFB0A3"/>
    <a:srgbClr val="A0640C"/>
    <a:srgbClr val="EFF7FF"/>
    <a:srgbClr val="E6E6E6"/>
    <a:srgbClr val="53DEFF"/>
    <a:srgbClr val="33C1FD"/>
    <a:srgbClr val="43C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7767F1-9788-457C-8EC6-BE098CF968A9}" v="22" dt="2026-07-06T11:10:08.7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20" autoAdjust="0"/>
    <p:restoredTop sz="94660"/>
  </p:normalViewPr>
  <p:slideViewPr>
    <p:cSldViewPr snapToGrid="0">
      <p:cViewPr>
        <p:scale>
          <a:sx n="124" d="100"/>
          <a:sy n="124" d="100"/>
        </p:scale>
        <p:origin x="-994" y="264"/>
      </p:cViewPr>
      <p:guideLst>
        <p:guide orient="horz" pos="890"/>
        <p:guide orient="horz" pos="4023"/>
        <p:guide orient="horz" pos="1026"/>
        <p:guide pos="172"/>
        <p:guide pos="606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19380"/>
    </p:cViewPr>
  </p:sorterViewPr>
  <p:notesViewPr>
    <p:cSldViewPr snapToGrid="0">
      <p:cViewPr varScale="1">
        <p:scale>
          <a:sx n="87" d="100"/>
          <a:sy n="87" d="100"/>
        </p:scale>
        <p:origin x="-3888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3" Type="http://schemas.openxmlformats.org/officeDocument/2006/relationships/slide" Target="slides/slide12.xml"/><Relationship Id="rId16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commentAuthors" Target="commentAuthors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171" Type="http://schemas.microsoft.com/office/2016/11/relationships/changesInfo" Target="changesInfos/changesInfo1.xml"/><Relationship Id="rId17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용현 방" userId="1557e06a694474db" providerId="LiveId" clId="{7AC1C3E1-0E47-4432-B58B-E99C6C7B422A}"/>
    <pc:docChg chg="undo custSel addSld delSld modSld sldOrd modMainMaster delSection modSection">
      <pc:chgData name="용현 방" userId="1557e06a694474db" providerId="LiveId" clId="{7AC1C3E1-0E47-4432-B58B-E99C6C7B422A}" dt="2026-07-06T11:10:08.780" v="7782"/>
      <pc:docMkLst>
        <pc:docMk/>
      </pc:docMkLst>
      <pc:sldChg chg="addSp delSp modSp mod">
        <pc:chgData name="용현 방" userId="1557e06a694474db" providerId="LiveId" clId="{7AC1C3E1-0E47-4432-B58B-E99C6C7B422A}" dt="2026-07-06T11:06:13.150" v="7757" actId="20577"/>
        <pc:sldMkLst>
          <pc:docMk/>
          <pc:sldMk cId="329285434" sldId="317"/>
        </pc:sldMkLst>
        <pc:spChg chg="mod">
          <ac:chgData name="용현 방" userId="1557e06a694474db" providerId="LiveId" clId="{7AC1C3E1-0E47-4432-B58B-E99C6C7B422A}" dt="2026-07-06T11:06:09.265" v="7756" actId="20577"/>
          <ac:spMkLst>
            <pc:docMk/>
            <pc:sldMk cId="329285434" sldId="317"/>
            <ac:spMk id="4" creationId="{9CA0AC90-A57B-DEA6-0A49-121ACBDB93F8}"/>
          </ac:spMkLst>
        </pc:spChg>
        <pc:spChg chg="mod">
          <ac:chgData name="용현 방" userId="1557e06a694474db" providerId="LiveId" clId="{7AC1C3E1-0E47-4432-B58B-E99C6C7B422A}" dt="2026-07-06T11:06:13.150" v="7757" actId="20577"/>
          <ac:spMkLst>
            <pc:docMk/>
            <pc:sldMk cId="329285434" sldId="317"/>
            <ac:spMk id="11" creationId="{D7CCEFBF-9AB3-5A8E-F8E2-548E38B9CDA8}"/>
          </ac:spMkLst>
        </pc:spChg>
      </pc:sldChg>
      <pc:sldChg chg="modSp mod">
        <pc:chgData name="용현 방" userId="1557e06a694474db" providerId="LiveId" clId="{7AC1C3E1-0E47-4432-B58B-E99C6C7B422A}" dt="2026-07-06T11:06:32.121" v="7759"/>
        <pc:sldMkLst>
          <pc:docMk/>
          <pc:sldMk cId="1362488791" sldId="320"/>
        </pc:sldMkLst>
        <pc:spChg chg="mod">
          <ac:chgData name="용현 방" userId="1557e06a694474db" providerId="LiveId" clId="{7AC1C3E1-0E47-4432-B58B-E99C6C7B422A}" dt="2026-07-06T11:06:17.042" v="7758" actId="20577"/>
          <ac:spMkLst>
            <pc:docMk/>
            <pc:sldMk cId="1362488791" sldId="320"/>
            <ac:spMk id="14" creationId="{99119041-B362-F5CD-F7B6-1E4F5C4E63AC}"/>
          </ac:spMkLst>
        </pc:spChg>
        <pc:spChg chg="mod">
          <ac:chgData name="용현 방" userId="1557e06a694474db" providerId="LiveId" clId="{7AC1C3E1-0E47-4432-B58B-E99C6C7B422A}" dt="2026-07-06T11:06:32.121" v="7759"/>
          <ac:spMkLst>
            <pc:docMk/>
            <pc:sldMk cId="1362488791" sldId="320"/>
            <ac:spMk id="34" creationId="{F3778702-191E-108F-3864-9C66B41E0AA8}"/>
          </ac:spMkLst>
        </pc:spChg>
      </pc:sldChg>
      <pc:sldChg chg="addSp modSp">
        <pc:chgData name="용현 방" userId="1557e06a694474db" providerId="LiveId" clId="{7AC1C3E1-0E47-4432-B58B-E99C6C7B422A}" dt="2026-07-06T11:09:38.505" v="7779"/>
        <pc:sldMkLst>
          <pc:docMk/>
          <pc:sldMk cId="2842122442" sldId="358"/>
        </pc:sldMkLst>
        <pc:spChg chg="add mod">
          <ac:chgData name="용현 방" userId="1557e06a694474db" providerId="LiveId" clId="{7AC1C3E1-0E47-4432-B58B-E99C6C7B422A}" dt="2026-07-06T11:09:38.505" v="7779"/>
          <ac:spMkLst>
            <pc:docMk/>
            <pc:sldMk cId="2842122442" sldId="358"/>
            <ac:spMk id="4" creationId="{D0575066-9EFF-8E33-A784-189148A1202D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2842122442" sldId="358"/>
            <ac:spMk id="5" creationId="{002DF5EE-AB23-7048-D1AE-D4A70BC992B7}"/>
          </ac:spMkLst>
        </pc:spChg>
      </pc:sldChg>
      <pc:sldChg chg="addSp modSp">
        <pc:chgData name="용현 방" userId="1557e06a694474db" providerId="LiveId" clId="{7AC1C3E1-0E47-4432-B58B-E99C6C7B422A}" dt="2026-07-06T11:10:08.780" v="7782"/>
        <pc:sldMkLst>
          <pc:docMk/>
          <pc:sldMk cId="224521651" sldId="360"/>
        </pc:sldMkLst>
        <pc:spChg chg="add mod">
          <ac:chgData name="용현 방" userId="1557e06a694474db" providerId="LiveId" clId="{7AC1C3E1-0E47-4432-B58B-E99C6C7B422A}" dt="2026-07-06T11:10:08.780" v="7782"/>
          <ac:spMkLst>
            <pc:docMk/>
            <pc:sldMk cId="224521651" sldId="360"/>
            <ac:spMk id="4" creationId="{9DED7F83-8518-46E6-8802-D624AA4CADB3}"/>
          </ac:spMkLst>
        </pc:spChg>
      </pc:sldChg>
      <pc:sldChg chg="addSp modSp">
        <pc:chgData name="용현 방" userId="1557e06a694474db" providerId="LiveId" clId="{7AC1C3E1-0E47-4432-B58B-E99C6C7B422A}" dt="2026-07-06T11:07:20.885" v="7761"/>
        <pc:sldMkLst>
          <pc:docMk/>
          <pc:sldMk cId="1403599554" sldId="361"/>
        </pc:sldMkLst>
        <pc:spChg chg="add mod">
          <ac:chgData name="용현 방" userId="1557e06a694474db" providerId="LiveId" clId="{7AC1C3E1-0E47-4432-B58B-E99C6C7B422A}" dt="2026-07-06T11:07:20.885" v="7761"/>
          <ac:spMkLst>
            <pc:docMk/>
            <pc:sldMk cId="1403599554" sldId="361"/>
            <ac:spMk id="4" creationId="{4EA5BE6B-AE4F-1E3A-BEFB-17F80172D56D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1403599554" sldId="361"/>
            <ac:spMk id="10" creationId="{00D3D1C0-CF21-AF3A-5DBB-BA2E1A103EA9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1403599554" sldId="361"/>
            <ac:spMk id="21" creationId="{3AE34403-01E4-BEC2-4485-868CD067D009}"/>
          </ac:spMkLst>
        </pc:spChg>
        <pc:graphicFrameChg chg="mod">
          <ac:chgData name="용현 방" userId="1557e06a694474db" providerId="LiveId" clId="{7AC1C3E1-0E47-4432-B58B-E99C6C7B422A}" dt="2026-07-06T11:06:32.121" v="7759"/>
          <ac:graphicFrameMkLst>
            <pc:docMk/>
            <pc:sldMk cId="1403599554" sldId="361"/>
            <ac:graphicFrameMk id="5" creationId="{4D2C142F-4E4A-8042-2A60-DEAA428D4618}"/>
          </ac:graphicFrameMkLst>
        </pc:graphicFrameChg>
        <pc:graphicFrameChg chg="mod">
          <ac:chgData name="용현 방" userId="1557e06a694474db" providerId="LiveId" clId="{7AC1C3E1-0E47-4432-B58B-E99C6C7B422A}" dt="2026-07-06T11:06:32.121" v="7759"/>
          <ac:graphicFrameMkLst>
            <pc:docMk/>
            <pc:sldMk cId="1403599554" sldId="361"/>
            <ac:graphicFrameMk id="6" creationId="{CFD28F23-4E37-942F-6536-4CBA58EE88D2}"/>
          </ac:graphicFrameMkLst>
        </pc:graphicFrameChg>
      </pc:sldChg>
      <pc:sldChg chg="addSp modSp">
        <pc:chgData name="용현 방" userId="1557e06a694474db" providerId="LiveId" clId="{7AC1C3E1-0E47-4432-B58B-E99C6C7B422A}" dt="2026-07-06T11:07:24.801" v="7762"/>
        <pc:sldMkLst>
          <pc:docMk/>
          <pc:sldMk cId="295216243" sldId="362"/>
        </pc:sldMkLst>
        <pc:spChg chg="add mod">
          <ac:chgData name="용현 방" userId="1557e06a694474db" providerId="LiveId" clId="{7AC1C3E1-0E47-4432-B58B-E99C6C7B422A}" dt="2026-07-06T11:07:24.801" v="7762"/>
          <ac:spMkLst>
            <pc:docMk/>
            <pc:sldMk cId="295216243" sldId="362"/>
            <ac:spMk id="4" creationId="{C8A3791E-76C4-7BA2-5232-E6AB9914A542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295216243" sldId="362"/>
            <ac:spMk id="15" creationId="{E19AEC12-1B75-20B4-72A3-5DEA2D58C286}"/>
          </ac:spMkLst>
        </pc:spChg>
        <pc:graphicFrameChg chg="mod">
          <ac:chgData name="용현 방" userId="1557e06a694474db" providerId="LiveId" clId="{7AC1C3E1-0E47-4432-B58B-E99C6C7B422A}" dt="2026-07-06T11:06:32.121" v="7759"/>
          <ac:graphicFrameMkLst>
            <pc:docMk/>
            <pc:sldMk cId="295216243" sldId="362"/>
            <ac:graphicFrameMk id="11" creationId="{E33D7FE6-2C39-C380-B435-17F791080608}"/>
          </ac:graphicFrameMkLst>
        </pc:graphicFrameChg>
      </pc:sldChg>
      <pc:sldChg chg="addSp modSp">
        <pc:chgData name="용현 방" userId="1557e06a694474db" providerId="LiveId" clId="{7AC1C3E1-0E47-4432-B58B-E99C6C7B422A}" dt="2026-07-06T11:07:29.196" v="7763"/>
        <pc:sldMkLst>
          <pc:docMk/>
          <pc:sldMk cId="4130957194" sldId="363"/>
        </pc:sldMkLst>
        <pc:spChg chg="add mod">
          <ac:chgData name="용현 방" userId="1557e06a694474db" providerId="LiveId" clId="{7AC1C3E1-0E47-4432-B58B-E99C6C7B422A}" dt="2026-07-06T11:07:29.196" v="7763"/>
          <ac:spMkLst>
            <pc:docMk/>
            <pc:sldMk cId="4130957194" sldId="363"/>
            <ac:spMk id="5" creationId="{DD686988-F72C-77C6-0E5E-F58452C9F815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4130957194" sldId="363"/>
            <ac:spMk id="20" creationId="{4358B892-03CF-4D1F-8A38-488AE9F4AB2E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4130957194" sldId="363"/>
            <ac:spMk id="25" creationId="{33AFF587-C630-4DEC-BAC2-6466461DD676}"/>
          </ac:spMkLst>
        </pc:spChg>
      </pc:sldChg>
      <pc:sldChg chg="addSp modSp">
        <pc:chgData name="용현 방" userId="1557e06a694474db" providerId="LiveId" clId="{7AC1C3E1-0E47-4432-B58B-E99C6C7B422A}" dt="2026-07-06T11:07:34.280" v="7764"/>
        <pc:sldMkLst>
          <pc:docMk/>
          <pc:sldMk cId="1174639845" sldId="365"/>
        </pc:sldMkLst>
        <pc:spChg chg="add mod">
          <ac:chgData name="용현 방" userId="1557e06a694474db" providerId="LiveId" clId="{7AC1C3E1-0E47-4432-B58B-E99C6C7B422A}" dt="2026-07-06T11:07:34.280" v="7764"/>
          <ac:spMkLst>
            <pc:docMk/>
            <pc:sldMk cId="1174639845" sldId="365"/>
            <ac:spMk id="4" creationId="{3A4D2CDE-C8ED-64CC-E5D8-8B872B5AF921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1174639845" sldId="365"/>
            <ac:spMk id="16" creationId="{0544B767-F492-4BDC-8C9C-1AD4444BB125}"/>
          </ac:spMkLst>
        </pc:spChg>
      </pc:sldChg>
      <pc:sldChg chg="addSp modSp">
        <pc:chgData name="용현 방" userId="1557e06a694474db" providerId="LiveId" clId="{7AC1C3E1-0E47-4432-B58B-E99C6C7B422A}" dt="2026-07-06T11:07:47.533" v="7766"/>
        <pc:sldMkLst>
          <pc:docMk/>
          <pc:sldMk cId="3376280680" sldId="369"/>
        </pc:sldMkLst>
        <pc:spChg chg="add mod">
          <ac:chgData name="용현 방" userId="1557e06a694474db" providerId="LiveId" clId="{7AC1C3E1-0E47-4432-B58B-E99C6C7B422A}" dt="2026-07-06T11:07:47.533" v="7766"/>
          <ac:spMkLst>
            <pc:docMk/>
            <pc:sldMk cId="3376280680" sldId="369"/>
            <ac:spMk id="4" creationId="{D0DC0C3C-18F3-A55A-30D0-85C23683283B}"/>
          </ac:spMkLst>
        </pc:spChg>
      </pc:sldChg>
      <pc:sldChg chg="addSp modSp">
        <pc:chgData name="용현 방" userId="1557e06a694474db" providerId="LiveId" clId="{7AC1C3E1-0E47-4432-B58B-E99C6C7B422A}" dt="2026-07-06T11:09:33.321" v="7778"/>
        <pc:sldMkLst>
          <pc:docMk/>
          <pc:sldMk cId="723832790" sldId="423"/>
        </pc:sldMkLst>
        <pc:spChg chg="add mod">
          <ac:chgData name="용현 방" userId="1557e06a694474db" providerId="LiveId" clId="{7AC1C3E1-0E47-4432-B58B-E99C6C7B422A}" dt="2026-07-06T11:09:33.321" v="7778"/>
          <ac:spMkLst>
            <pc:docMk/>
            <pc:sldMk cId="723832790" sldId="423"/>
            <ac:spMk id="4" creationId="{B5A116C8-81DB-5F0A-2679-539438ABE1BF}"/>
          </ac:spMkLst>
        </pc:spChg>
      </pc:sldChg>
      <pc:sldChg chg="modSp">
        <pc:chgData name="용현 방" userId="1557e06a694474db" providerId="LiveId" clId="{7AC1C3E1-0E47-4432-B58B-E99C6C7B422A}" dt="2026-07-06T11:07:13.102" v="7760"/>
        <pc:sldMkLst>
          <pc:docMk/>
          <pc:sldMk cId="583666307" sldId="424"/>
        </pc:sldMkLst>
        <pc:spChg chg="mod">
          <ac:chgData name="용현 방" userId="1557e06a694474db" providerId="LiveId" clId="{7AC1C3E1-0E47-4432-B58B-E99C6C7B422A}" dt="2026-07-06T11:07:13.102" v="7760"/>
          <ac:spMkLst>
            <pc:docMk/>
            <pc:sldMk cId="583666307" sldId="424"/>
            <ac:spMk id="4" creationId="{ABAD11EB-21B7-4F3D-5263-995E2A404DF9}"/>
          </ac:spMkLst>
        </pc:spChg>
      </pc:sldChg>
      <pc:sldChg chg="modSp">
        <pc:chgData name="용현 방" userId="1557e06a694474db" providerId="LiveId" clId="{7AC1C3E1-0E47-4432-B58B-E99C6C7B422A}" dt="2026-07-06T11:07:13.102" v="7760"/>
        <pc:sldMkLst>
          <pc:docMk/>
          <pc:sldMk cId="2537119043" sldId="425"/>
        </pc:sldMkLst>
        <pc:spChg chg="mod">
          <ac:chgData name="용현 방" userId="1557e06a694474db" providerId="LiveId" clId="{7AC1C3E1-0E47-4432-B58B-E99C6C7B422A}" dt="2026-07-06T11:07:13.102" v="7760"/>
          <ac:spMkLst>
            <pc:docMk/>
            <pc:sldMk cId="2537119043" sldId="425"/>
            <ac:spMk id="4" creationId="{03905F0D-4199-9D4C-AAF9-B7EDEAF12516}"/>
          </ac:spMkLst>
        </pc:spChg>
      </pc:sldChg>
      <pc:sldChg chg="addSp modSp">
        <pc:chgData name="용현 방" userId="1557e06a694474db" providerId="LiveId" clId="{7AC1C3E1-0E47-4432-B58B-E99C6C7B422A}" dt="2026-07-06T11:09:55.046" v="7781"/>
        <pc:sldMkLst>
          <pc:docMk/>
          <pc:sldMk cId="1191692464" sldId="429"/>
        </pc:sldMkLst>
        <pc:spChg chg="add mod">
          <ac:chgData name="용현 방" userId="1557e06a694474db" providerId="LiveId" clId="{7AC1C3E1-0E47-4432-B58B-E99C6C7B422A}" dt="2026-07-06T11:09:55.046" v="7781"/>
          <ac:spMkLst>
            <pc:docMk/>
            <pc:sldMk cId="1191692464" sldId="429"/>
            <ac:spMk id="4" creationId="{7368BB93-F97A-1D55-B234-C6149414DDA4}"/>
          </ac:spMkLst>
        </pc:spChg>
      </pc:sldChg>
      <pc:sldChg chg="addSp modSp">
        <pc:chgData name="용현 방" userId="1557e06a694474db" providerId="LiveId" clId="{7AC1C3E1-0E47-4432-B58B-E99C6C7B422A}" dt="2026-07-06T11:08:15.337" v="7767"/>
        <pc:sldMkLst>
          <pc:docMk/>
          <pc:sldMk cId="1937918995" sldId="499"/>
        </pc:sldMkLst>
        <pc:spChg chg="add mod">
          <ac:chgData name="용현 방" userId="1557e06a694474db" providerId="LiveId" clId="{7AC1C3E1-0E47-4432-B58B-E99C6C7B422A}" dt="2026-07-06T11:08:15.337" v="7767"/>
          <ac:spMkLst>
            <pc:docMk/>
            <pc:sldMk cId="1937918995" sldId="499"/>
            <ac:spMk id="4" creationId="{AFAF7C6D-A251-6CBD-4DAD-4D0C2D8A257F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1937918995" sldId="499"/>
            <ac:spMk id="6" creationId="{04121332-84C1-450B-9AD6-42F009342E0C}"/>
          </ac:spMkLst>
        </pc:spChg>
      </pc:sldChg>
      <pc:sldChg chg="addSp modSp">
        <pc:chgData name="용현 방" userId="1557e06a694474db" providerId="LiveId" clId="{7AC1C3E1-0E47-4432-B58B-E99C6C7B422A}" dt="2026-07-06T11:09:48.253" v="7780"/>
        <pc:sldMkLst>
          <pc:docMk/>
          <pc:sldMk cId="4226149598" sldId="577"/>
        </pc:sldMkLst>
        <pc:spChg chg="add mod">
          <ac:chgData name="용현 방" userId="1557e06a694474db" providerId="LiveId" clId="{7AC1C3E1-0E47-4432-B58B-E99C6C7B422A}" dt="2026-07-06T11:09:48.253" v="7780"/>
          <ac:spMkLst>
            <pc:docMk/>
            <pc:sldMk cId="4226149598" sldId="577"/>
            <ac:spMk id="4" creationId="{81FA63B6-7FDC-420E-4E8B-6B32807A2735}"/>
          </ac:spMkLst>
        </pc:spChg>
      </pc:sldChg>
      <pc:sldChg chg="modSp add del mod">
        <pc:chgData name="용현 방" userId="1557e06a694474db" providerId="LiveId" clId="{7AC1C3E1-0E47-4432-B58B-E99C6C7B422A}" dt="2026-06-30T01:05:19.959" v="7745" actId="14100"/>
        <pc:sldMkLst>
          <pc:docMk/>
          <pc:sldMk cId="90404705" sldId="601"/>
        </pc:sldMkLst>
        <pc:picChg chg="mod">
          <ac:chgData name="용현 방" userId="1557e06a694474db" providerId="LiveId" clId="{7AC1C3E1-0E47-4432-B58B-E99C6C7B422A}" dt="2026-06-30T01:05:16.614" v="7743" actId="14100"/>
          <ac:picMkLst>
            <pc:docMk/>
            <pc:sldMk cId="90404705" sldId="601"/>
            <ac:picMk id="6" creationId="{3519CAD0-4F2E-3CC9-01CB-2171867B66D8}"/>
          </ac:picMkLst>
        </pc:picChg>
        <pc:picChg chg="mod">
          <ac:chgData name="용현 방" userId="1557e06a694474db" providerId="LiveId" clId="{7AC1C3E1-0E47-4432-B58B-E99C6C7B422A}" dt="2026-06-30T01:05:19.959" v="7745" actId="14100"/>
          <ac:picMkLst>
            <pc:docMk/>
            <pc:sldMk cId="90404705" sldId="601"/>
            <ac:picMk id="9" creationId="{8EE924E3-8C70-8444-C11C-4EEE2EEA6971}"/>
          </ac:picMkLst>
        </pc:picChg>
      </pc:sldChg>
      <pc:sldChg chg="modSp add del mod">
        <pc:chgData name="용현 방" userId="1557e06a694474db" providerId="LiveId" clId="{7AC1C3E1-0E47-4432-B58B-E99C6C7B422A}" dt="2026-06-30T01:05:59.947" v="7751" actId="14100"/>
        <pc:sldMkLst>
          <pc:docMk/>
          <pc:sldMk cId="3552618903" sldId="602"/>
        </pc:sldMkLst>
        <pc:picChg chg="mod">
          <ac:chgData name="용현 방" userId="1557e06a694474db" providerId="LiveId" clId="{7AC1C3E1-0E47-4432-B58B-E99C6C7B422A}" dt="2026-06-30T01:05:51.749" v="7749" actId="14100"/>
          <ac:picMkLst>
            <pc:docMk/>
            <pc:sldMk cId="3552618903" sldId="602"/>
            <ac:picMk id="6" creationId="{B166FD42-AA5D-183D-A202-5AA236B12996}"/>
          </ac:picMkLst>
        </pc:picChg>
        <pc:picChg chg="mod">
          <ac:chgData name="용현 방" userId="1557e06a694474db" providerId="LiveId" clId="{7AC1C3E1-0E47-4432-B58B-E99C6C7B422A}" dt="2026-06-30T01:05:59.947" v="7751" actId="14100"/>
          <ac:picMkLst>
            <pc:docMk/>
            <pc:sldMk cId="3552618903" sldId="602"/>
            <ac:picMk id="9" creationId="{8C7DA70D-ADE4-495B-AC52-8C9D958E8006}"/>
          </ac:picMkLst>
        </pc:picChg>
      </pc:sldChg>
      <pc:sldChg chg="modSp mod">
        <pc:chgData name="용현 방" userId="1557e06a694474db" providerId="LiveId" clId="{7AC1C3E1-0E47-4432-B58B-E99C6C7B422A}" dt="2026-06-30T01:06:28.854" v="7755" actId="14100"/>
        <pc:sldMkLst>
          <pc:docMk/>
          <pc:sldMk cId="3629010795" sldId="603"/>
        </pc:sldMkLst>
        <pc:picChg chg="mod">
          <ac:chgData name="용현 방" userId="1557e06a694474db" providerId="LiveId" clId="{7AC1C3E1-0E47-4432-B58B-E99C6C7B422A}" dt="2026-06-30T01:06:28.854" v="7755" actId="14100"/>
          <ac:picMkLst>
            <pc:docMk/>
            <pc:sldMk cId="3629010795" sldId="603"/>
            <ac:picMk id="5" creationId="{DA9928F5-096E-1EAF-30D1-F2F9BFD64FFF}"/>
          </ac:picMkLst>
        </pc:picChg>
        <pc:picChg chg="mod">
          <ac:chgData name="용현 방" userId="1557e06a694474db" providerId="LiveId" clId="{7AC1C3E1-0E47-4432-B58B-E99C6C7B422A}" dt="2026-06-30T01:06:12.615" v="7753" actId="14100"/>
          <ac:picMkLst>
            <pc:docMk/>
            <pc:sldMk cId="3629010795" sldId="603"/>
            <ac:picMk id="6" creationId="{4B4614CA-66A7-0310-CC61-B4E6FBE796A6}"/>
          </ac:picMkLst>
        </pc:picChg>
      </pc:sldChg>
      <pc:sldChg chg="addSp modSp">
        <pc:chgData name="용현 방" userId="1557e06a694474db" providerId="LiveId" clId="{7AC1C3E1-0E47-4432-B58B-E99C6C7B422A}" dt="2026-07-06T11:08:32.861" v="7768"/>
        <pc:sldMkLst>
          <pc:docMk/>
          <pc:sldMk cId="3848088894" sldId="644"/>
        </pc:sldMkLst>
        <pc:spChg chg="add mod">
          <ac:chgData name="용현 방" userId="1557e06a694474db" providerId="LiveId" clId="{7AC1C3E1-0E47-4432-B58B-E99C6C7B422A}" dt="2026-07-06T11:08:32.861" v="7768"/>
          <ac:spMkLst>
            <pc:docMk/>
            <pc:sldMk cId="3848088894" sldId="644"/>
            <ac:spMk id="4" creationId="{3ED7D8F0-FDD4-32AF-93C5-A58EE1E8F0A2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3848088894" sldId="644"/>
            <ac:spMk id="13" creationId="{7D216D9B-6B26-9B18-CD3E-93923FC252EE}"/>
          </ac:spMkLst>
        </pc:spChg>
      </pc:sldChg>
      <pc:sldChg chg="addSp modSp mod">
        <pc:chgData name="용현 방" userId="1557e06a694474db" providerId="LiveId" clId="{7AC1C3E1-0E47-4432-B58B-E99C6C7B422A}" dt="2026-07-06T11:08:57.685" v="7772"/>
        <pc:sldMkLst>
          <pc:docMk/>
          <pc:sldMk cId="689873643" sldId="660"/>
        </pc:sldMkLst>
        <pc:spChg chg="mod">
          <ac:chgData name="용현 방" userId="1557e06a694474db" providerId="LiveId" clId="{7AC1C3E1-0E47-4432-B58B-E99C6C7B422A}" dt="2026-07-06T11:08:49.129" v="7770" actId="20577"/>
          <ac:spMkLst>
            <pc:docMk/>
            <pc:sldMk cId="689873643" sldId="660"/>
            <ac:spMk id="2" creationId="{3F1D6CDA-1B4E-63F6-971A-7306A06F522F}"/>
          </ac:spMkLst>
        </pc:spChg>
        <pc:spChg chg="add mod">
          <ac:chgData name="용현 방" userId="1557e06a694474db" providerId="LiveId" clId="{7AC1C3E1-0E47-4432-B58B-E99C6C7B422A}" dt="2026-07-06T11:08:57.685" v="7772"/>
          <ac:spMkLst>
            <pc:docMk/>
            <pc:sldMk cId="689873643" sldId="660"/>
            <ac:spMk id="4" creationId="{68262260-CCF2-E7B1-8459-E48153E5E0E3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689873643" sldId="660"/>
            <ac:spMk id="11" creationId="{A86BDE75-41FA-D893-367E-F51986D6B926}"/>
          </ac:spMkLst>
        </pc:spChg>
      </pc:sldChg>
      <pc:sldChg chg="modSp mod">
        <pc:chgData name="용현 방" userId="1557e06a694474db" providerId="LiveId" clId="{7AC1C3E1-0E47-4432-B58B-E99C6C7B422A}" dt="2026-07-06T11:08:52.698" v="7771" actId="20577"/>
        <pc:sldMkLst>
          <pc:docMk/>
          <pc:sldMk cId="2248813922" sldId="662"/>
        </pc:sldMkLst>
        <pc:spChg chg="mod">
          <ac:chgData name="용현 방" userId="1557e06a694474db" providerId="LiveId" clId="{7AC1C3E1-0E47-4432-B58B-E99C6C7B422A}" dt="2026-07-06T11:08:52.698" v="7771" actId="20577"/>
          <ac:spMkLst>
            <pc:docMk/>
            <pc:sldMk cId="2248813922" sldId="662"/>
            <ac:spMk id="2" creationId="{69C53BB3-379F-03A2-4BF6-A992A8E539BE}"/>
          </ac:spMkLst>
        </pc:spChg>
        <pc:spChg chg="mod">
          <ac:chgData name="용현 방" userId="1557e06a694474db" providerId="LiveId" clId="{7AC1C3E1-0E47-4432-B58B-E99C6C7B422A}" dt="2026-07-06T11:07:13.102" v="7760"/>
          <ac:spMkLst>
            <pc:docMk/>
            <pc:sldMk cId="2248813922" sldId="662"/>
            <ac:spMk id="10" creationId="{A86BDE75-41FA-D893-367E-F51986D6B926}"/>
          </ac:spMkLst>
        </pc:spChg>
      </pc:sldChg>
      <pc:sldChg chg="addSp modSp">
        <pc:chgData name="용현 방" userId="1557e06a694474db" providerId="LiveId" clId="{7AC1C3E1-0E47-4432-B58B-E99C6C7B422A}" dt="2026-07-06T11:09:05.829" v="7773"/>
        <pc:sldMkLst>
          <pc:docMk/>
          <pc:sldMk cId="1823562821" sldId="663"/>
        </pc:sldMkLst>
        <pc:spChg chg="add mod">
          <ac:chgData name="용현 방" userId="1557e06a694474db" providerId="LiveId" clId="{7AC1C3E1-0E47-4432-B58B-E99C6C7B422A}" dt="2026-07-06T11:09:05.829" v="7773"/>
          <ac:spMkLst>
            <pc:docMk/>
            <pc:sldMk cId="1823562821" sldId="663"/>
            <ac:spMk id="4" creationId="{8C0876A8-CAB3-6E9A-EB0E-C1B6CC0F420A}"/>
          </ac:spMkLst>
        </pc:spChg>
      </pc:sldChg>
      <pc:sldChg chg="addSp modSp">
        <pc:chgData name="용현 방" userId="1557e06a694474db" providerId="LiveId" clId="{7AC1C3E1-0E47-4432-B58B-E99C6C7B422A}" dt="2026-07-06T11:09:10.976" v="7774"/>
        <pc:sldMkLst>
          <pc:docMk/>
          <pc:sldMk cId="1669608263" sldId="665"/>
        </pc:sldMkLst>
        <pc:spChg chg="add mod">
          <ac:chgData name="용현 방" userId="1557e06a694474db" providerId="LiveId" clId="{7AC1C3E1-0E47-4432-B58B-E99C6C7B422A}" dt="2026-07-06T11:09:10.976" v="7774"/>
          <ac:spMkLst>
            <pc:docMk/>
            <pc:sldMk cId="1669608263" sldId="665"/>
            <ac:spMk id="4" creationId="{5B226A45-0B19-ACE0-7F1C-99C757B0DB43}"/>
          </ac:spMkLst>
        </pc:spChg>
      </pc:sldChg>
      <pc:sldChg chg="addSp modSp">
        <pc:chgData name="용현 방" userId="1557e06a694474db" providerId="LiveId" clId="{7AC1C3E1-0E47-4432-B58B-E99C6C7B422A}" dt="2026-07-06T11:09:16.634" v="7775"/>
        <pc:sldMkLst>
          <pc:docMk/>
          <pc:sldMk cId="28630665" sldId="673"/>
        </pc:sldMkLst>
        <pc:spChg chg="add mod">
          <ac:chgData name="용현 방" userId="1557e06a694474db" providerId="LiveId" clId="{7AC1C3E1-0E47-4432-B58B-E99C6C7B422A}" dt="2026-07-06T11:09:16.634" v="7775"/>
          <ac:spMkLst>
            <pc:docMk/>
            <pc:sldMk cId="28630665" sldId="673"/>
            <ac:spMk id="4" creationId="{C76D3BA2-2226-745E-569C-BE1D18A7F7F1}"/>
          </ac:spMkLst>
        </pc:spChg>
      </pc:sldChg>
      <pc:sldChg chg="addSp modSp">
        <pc:chgData name="용현 방" userId="1557e06a694474db" providerId="LiveId" clId="{7AC1C3E1-0E47-4432-B58B-E99C6C7B422A}" dt="2026-07-06T11:09:21.191" v="7776"/>
        <pc:sldMkLst>
          <pc:docMk/>
          <pc:sldMk cId="3704812440" sldId="675"/>
        </pc:sldMkLst>
        <pc:spChg chg="add mod">
          <ac:chgData name="용현 방" userId="1557e06a694474db" providerId="LiveId" clId="{7AC1C3E1-0E47-4432-B58B-E99C6C7B422A}" dt="2026-07-06T11:09:21.191" v="7776"/>
          <ac:spMkLst>
            <pc:docMk/>
            <pc:sldMk cId="3704812440" sldId="675"/>
            <ac:spMk id="4" creationId="{8E6FA0E0-AEE2-92CD-808B-9099FEE283C5}"/>
          </ac:spMkLst>
        </pc:spChg>
      </pc:sldChg>
      <pc:sldChg chg="addSp modSp">
        <pc:chgData name="용현 방" userId="1557e06a694474db" providerId="LiveId" clId="{7AC1C3E1-0E47-4432-B58B-E99C6C7B422A}" dt="2026-07-06T11:07:39.312" v="7765"/>
        <pc:sldMkLst>
          <pc:docMk/>
          <pc:sldMk cId="546616509" sldId="708"/>
        </pc:sldMkLst>
        <pc:spChg chg="add mod">
          <ac:chgData name="용현 방" userId="1557e06a694474db" providerId="LiveId" clId="{7AC1C3E1-0E47-4432-B58B-E99C6C7B422A}" dt="2026-07-06T11:07:39.312" v="7765"/>
          <ac:spMkLst>
            <pc:docMk/>
            <pc:sldMk cId="546616509" sldId="708"/>
            <ac:spMk id="4" creationId="{7C6A54FB-0DBA-A369-483A-369CDD12CA3E}"/>
          </ac:spMkLst>
        </pc:spChg>
      </pc:sldChg>
      <pc:sldChg chg="addSp modSp">
        <pc:chgData name="용현 방" userId="1557e06a694474db" providerId="LiveId" clId="{7AC1C3E1-0E47-4432-B58B-E99C6C7B422A}" dt="2026-07-06T11:09:26.849" v="7777"/>
        <pc:sldMkLst>
          <pc:docMk/>
          <pc:sldMk cId="769802570" sldId="709"/>
        </pc:sldMkLst>
        <pc:spChg chg="add mod">
          <ac:chgData name="용현 방" userId="1557e06a694474db" providerId="LiveId" clId="{7AC1C3E1-0E47-4432-B58B-E99C6C7B422A}" dt="2026-07-06T11:09:26.849" v="7777"/>
          <ac:spMkLst>
            <pc:docMk/>
            <pc:sldMk cId="769802570" sldId="709"/>
            <ac:spMk id="4" creationId="{DA426235-AA32-235B-177B-A17D4E7B9A07}"/>
          </ac:spMkLst>
        </pc:spChg>
      </pc:sldChg>
      <pc:sldChg chg="add">
        <pc:chgData name="용현 방" userId="1557e06a694474db" providerId="LiveId" clId="{7AC1C3E1-0E47-4432-B58B-E99C6C7B422A}" dt="2026-07-06T11:08:40.547" v="7769"/>
        <pc:sldMkLst>
          <pc:docMk/>
          <pc:sldMk cId="1984966793" sldId="715"/>
        </pc:sldMkLst>
      </pc:sldChg>
      <pc:sldMasterChg chg="modSldLayout">
        <pc:chgData name="용현 방" userId="1557e06a694474db" providerId="LiveId" clId="{7AC1C3E1-0E47-4432-B58B-E99C6C7B422A}" dt="2026-07-06T11:06:32.121" v="7759"/>
        <pc:sldMasterMkLst>
          <pc:docMk/>
          <pc:sldMasterMk cId="3359341213" sldId="2147483660"/>
        </pc:sldMasterMkLst>
        <pc:sldLayoutChg chg="modSp">
          <pc:chgData name="용현 방" userId="1557e06a694474db" providerId="LiveId" clId="{7AC1C3E1-0E47-4432-B58B-E99C6C7B422A}" dt="2026-07-06T11:06:32.121" v="7759"/>
          <pc:sldLayoutMkLst>
            <pc:docMk/>
            <pc:sldMasterMk cId="3359341213" sldId="2147483660"/>
            <pc:sldLayoutMk cId="3138920218" sldId="2147483662"/>
          </pc:sldLayoutMkLst>
          <pc:spChg chg="mod">
            <ac:chgData name="용현 방" userId="1557e06a694474db" providerId="LiveId" clId="{7AC1C3E1-0E47-4432-B58B-E99C6C7B422A}" dt="2026-07-06T11:06:32.121" v="7759"/>
            <ac:spMkLst>
              <pc:docMk/>
              <pc:sldMasterMk cId="3359341213" sldId="2147483660"/>
              <pc:sldLayoutMk cId="3138920218" sldId="2147483662"/>
              <ac:spMk id="34" creationId="{95F89D18-6486-B97F-0971-A57D6EC0DB43}"/>
            </ac:spMkLst>
          </pc:spChg>
        </pc:sldLayoutChg>
        <pc:sldLayoutChg chg="modSp">
          <pc:chgData name="용현 방" userId="1557e06a694474db" providerId="LiveId" clId="{7AC1C3E1-0E47-4432-B58B-E99C6C7B422A}" dt="2026-07-06T11:06:32.121" v="7759"/>
          <pc:sldLayoutMkLst>
            <pc:docMk/>
            <pc:sldMasterMk cId="3359341213" sldId="2147483660"/>
            <pc:sldLayoutMk cId="471904655" sldId="2147483666"/>
          </pc:sldLayoutMkLst>
          <pc:spChg chg="mod">
            <ac:chgData name="용현 방" userId="1557e06a694474db" providerId="LiveId" clId="{7AC1C3E1-0E47-4432-B58B-E99C6C7B422A}" dt="2026-07-06T11:06:32.121" v="7759"/>
            <ac:spMkLst>
              <pc:docMk/>
              <pc:sldMasterMk cId="3359341213" sldId="2147483660"/>
              <pc:sldLayoutMk cId="471904655" sldId="2147483666"/>
              <ac:spMk id="2" creationId="{9031629E-ECFE-E9BD-675E-35561477D1F7}"/>
            </ac:spMkLst>
          </pc:spChg>
        </pc:sldLayoutChg>
        <pc:sldLayoutChg chg="modSp">
          <pc:chgData name="용현 방" userId="1557e06a694474db" providerId="LiveId" clId="{7AC1C3E1-0E47-4432-B58B-E99C6C7B422A}" dt="2026-07-06T11:06:32.121" v="7759"/>
          <pc:sldLayoutMkLst>
            <pc:docMk/>
            <pc:sldMasterMk cId="3359341213" sldId="2147483660"/>
            <pc:sldLayoutMk cId="2165995474" sldId="2147483667"/>
          </pc:sldLayoutMkLst>
          <pc:spChg chg="mod">
            <ac:chgData name="용현 방" userId="1557e06a694474db" providerId="LiveId" clId="{7AC1C3E1-0E47-4432-B58B-E99C6C7B422A}" dt="2026-07-06T11:06:32.121" v="7759"/>
            <ac:spMkLst>
              <pc:docMk/>
              <pc:sldMasterMk cId="3359341213" sldId="2147483660"/>
              <pc:sldLayoutMk cId="2165995474" sldId="2147483667"/>
              <ac:spMk id="3" creationId="{F3F7C996-A2E3-6BF4-914D-78F6E923A678}"/>
            </ac:spMkLst>
          </pc:spChg>
        </pc:sldLayoutChg>
        <pc:sldLayoutChg chg="modSp">
          <pc:chgData name="용현 방" userId="1557e06a694474db" providerId="LiveId" clId="{7AC1C3E1-0E47-4432-B58B-E99C6C7B422A}" dt="2026-07-06T11:06:32.121" v="7759"/>
          <pc:sldLayoutMkLst>
            <pc:docMk/>
            <pc:sldMasterMk cId="3359341213" sldId="2147483660"/>
            <pc:sldLayoutMk cId="1026247211" sldId="2147483668"/>
          </pc:sldLayoutMkLst>
          <pc:spChg chg="mod">
            <ac:chgData name="용현 방" userId="1557e06a694474db" providerId="LiveId" clId="{7AC1C3E1-0E47-4432-B58B-E99C6C7B422A}" dt="2026-07-06T11:06:32.121" v="7759"/>
            <ac:spMkLst>
              <pc:docMk/>
              <pc:sldMasterMk cId="3359341213" sldId="2147483660"/>
              <pc:sldLayoutMk cId="1026247211" sldId="2147483668"/>
              <ac:spMk id="3" creationId="{7116D875-0B75-C7E8-4A8F-70CEAC3D2E76}"/>
            </ac:spMkLst>
          </pc:spChg>
        </pc:sldLayoutChg>
        <pc:sldLayoutChg chg="modSp">
          <pc:chgData name="용현 방" userId="1557e06a694474db" providerId="LiveId" clId="{7AC1C3E1-0E47-4432-B58B-E99C6C7B422A}" dt="2026-07-06T11:06:32.121" v="7759"/>
          <pc:sldLayoutMkLst>
            <pc:docMk/>
            <pc:sldMasterMk cId="3359341213" sldId="2147483660"/>
            <pc:sldLayoutMk cId="3056195083" sldId="2147483669"/>
          </pc:sldLayoutMkLst>
          <pc:spChg chg="mod">
            <ac:chgData name="용현 방" userId="1557e06a694474db" providerId="LiveId" clId="{7AC1C3E1-0E47-4432-B58B-E99C6C7B422A}" dt="2026-07-06T11:06:32.121" v="7759"/>
            <ac:spMkLst>
              <pc:docMk/>
              <pc:sldMasterMk cId="3359341213" sldId="2147483660"/>
              <pc:sldLayoutMk cId="3056195083" sldId="2147483669"/>
              <ac:spMk id="3" creationId="{B4DAA9EB-8013-8CDD-E366-53D88C03F554}"/>
            </ac:spMkLst>
          </pc:spChg>
        </pc:sldLayoutChg>
        <pc:sldLayoutChg chg="modSp">
          <pc:chgData name="용현 방" userId="1557e06a694474db" providerId="LiveId" clId="{7AC1C3E1-0E47-4432-B58B-E99C6C7B422A}" dt="2026-07-06T11:06:32.121" v="7759"/>
          <pc:sldLayoutMkLst>
            <pc:docMk/>
            <pc:sldMasterMk cId="3359341213" sldId="2147483660"/>
            <pc:sldLayoutMk cId="3663955942" sldId="2147483670"/>
          </pc:sldLayoutMkLst>
          <pc:spChg chg="mod">
            <ac:chgData name="용현 방" userId="1557e06a694474db" providerId="LiveId" clId="{7AC1C3E1-0E47-4432-B58B-E99C6C7B422A}" dt="2026-07-06T11:06:32.121" v="7759"/>
            <ac:spMkLst>
              <pc:docMk/>
              <pc:sldMasterMk cId="3359341213" sldId="2147483660"/>
              <pc:sldLayoutMk cId="3663955942" sldId="2147483670"/>
              <ac:spMk id="3" creationId="{E764784C-41ED-B0EA-3B40-A47880F7826C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xmlns="" id="{0451AA56-1C7A-D41E-A8F7-8E4D0AB79C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1CFB9050-7C83-F554-3773-6466D854DB7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D67D75-E612-4E1A-B563-E583424276D9}" type="datetimeFigureOut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4CB2B5E1-0BE7-44CC-6D2D-AFCA9C81C15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2930050E-C87D-A1D0-B936-AEFC7BDA2D7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B2B3E0-40A6-4D33-95B1-B54637A5AD93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65739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E534E5-1EF2-4AB8-95F0-51F4B5D66AFC}" type="datetimeFigureOut">
              <a:rPr lang="ko-KR" altLang="en-US" smtClean="0"/>
              <a:pPr/>
              <a:t>2026-09-04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BF15294-0E7E-445E-9D2B-FCEDF0E392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8355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</p:notesStyle>
</p:notesMaster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xmlns="" id="{C516E4B9-83A3-9781-062B-CA85C9D320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9381" y="6518712"/>
            <a:ext cx="926232" cy="134888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xmlns="" id="{BFF96645-2BF2-74A8-4117-FCAF56560B89}"/>
              </a:ext>
            </a:extLst>
          </p:cNvPr>
          <p:cNvGrpSpPr/>
          <p:nvPr userDrawn="1"/>
        </p:nvGrpSpPr>
        <p:grpSpPr>
          <a:xfrm>
            <a:off x="560386" y="0"/>
            <a:ext cx="416937" cy="1293831"/>
            <a:chOff x="560386" y="0"/>
            <a:chExt cx="416937" cy="1293831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xmlns="" id="{77962A76-4C0C-7F0B-7929-C2AE8D64F824}"/>
                </a:ext>
              </a:extLst>
            </p:cNvPr>
            <p:cNvSpPr/>
            <p:nvPr/>
          </p:nvSpPr>
          <p:spPr>
            <a:xfrm rot="10800000" flipV="1">
              <a:off x="560386" y="357189"/>
              <a:ext cx="416937" cy="936642"/>
            </a:xfrm>
            <a:prstGeom prst="roundRect">
              <a:avLst>
                <a:gd name="adj" fmla="val 8671"/>
              </a:avLst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xmlns="" id="{1C82191C-2CDC-A36C-78C5-30E89975FCC4}"/>
                </a:ext>
              </a:extLst>
            </p:cNvPr>
            <p:cNvSpPr/>
            <p:nvPr/>
          </p:nvSpPr>
          <p:spPr>
            <a:xfrm rot="10800000" flipV="1">
              <a:off x="560386" y="0"/>
              <a:ext cx="416937" cy="1235870"/>
            </a:xfrm>
            <a:prstGeom prst="rect">
              <a:avLst/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31" name="제목 1">
            <a:extLst>
              <a:ext uri="{FF2B5EF4-FFF2-40B4-BE49-F238E27FC236}">
                <a16:creationId xmlns:a16="http://schemas.microsoft.com/office/drawing/2014/main" xmlns="" id="{724444D4-9812-9D95-EE01-39FA33C27BC9}"/>
              </a:ext>
            </a:extLst>
          </p:cNvPr>
          <p:cNvSpPr txBox="1">
            <a:spLocks/>
          </p:cNvSpPr>
          <p:nvPr userDrawn="1"/>
        </p:nvSpPr>
        <p:spPr>
          <a:xfrm>
            <a:off x="1243309" y="657291"/>
            <a:ext cx="6274853" cy="139397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en-US" altLang="ko-KR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 Summary</a:t>
            </a:r>
          </a:p>
        </p:txBody>
      </p:sp>
      <p:sp>
        <p:nvSpPr>
          <p:cNvPr id="32" name="텍스트 개체 틀 12">
            <a:extLst>
              <a:ext uri="{FF2B5EF4-FFF2-40B4-BE49-F238E27FC236}">
                <a16:creationId xmlns:a16="http://schemas.microsoft.com/office/drawing/2014/main" xmlns="" id="{EE401C06-E5E0-2953-D265-3188D7DEDC9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60383" y="916800"/>
            <a:ext cx="416939" cy="36036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Font typeface="Arial" panose="020B0604020202020204" pitchFamily="34" charset="0"/>
              <a:buNone/>
              <a:defRPr lang="ko-KR" altLang="en-US" sz="1800" kern="1200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solidFill>
                  <a:schemeClr val="lt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6868" indent="0">
              <a:buNone/>
              <a:defRPr/>
            </a:lvl2pPr>
            <a:lvl3pPr marL="913735" indent="0">
              <a:buNone/>
              <a:defRPr/>
            </a:lvl3pPr>
            <a:lvl4pPr marL="1370602" indent="0">
              <a:buNone/>
              <a:defRPr/>
            </a:lvl4pPr>
            <a:lvl5pPr marL="1827470" indent="0">
              <a:buNone/>
              <a:defRPr/>
            </a:lvl5pPr>
          </a:lstStyle>
          <a:p>
            <a:pPr marL="0" marR="0" lvl="0" indent="0" algn="ctr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3" name="텍스트 개체 틀 8">
            <a:extLst>
              <a:ext uri="{FF2B5EF4-FFF2-40B4-BE49-F238E27FC236}">
                <a16:creationId xmlns:a16="http://schemas.microsoft.com/office/drawing/2014/main" xmlns="" id="{C9E82989-A836-0B15-4F13-7190ACCC70B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243307" y="919024"/>
            <a:ext cx="8102305" cy="360363"/>
          </a:xfrm>
          <a:prstGeom prst="rect">
            <a:avLst/>
          </a:prstGeom>
        </p:spPr>
        <p:txBody>
          <a:bodyPr lIns="0" tIns="36000" rIns="0" bIns="0" anchor="ctr">
            <a:normAutofit/>
          </a:bodyPr>
          <a:lstStyle>
            <a:lvl1pPr marL="0" indent="0">
              <a:spcBef>
                <a:spcPts val="0"/>
              </a:spcBef>
              <a:buNone/>
              <a:defRPr kumimoji="1" lang="ko-KR" altLang="en-US" sz="2700" b="0" i="0" u="none" strike="noStrike" kern="0" cap="none" spc="-150" normalizeH="0" baseline="0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marL="0" marR="0" lvl="0" indent="0" algn="l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dirty="0"/>
              <a:t>제목을 입력하세요</a:t>
            </a:r>
          </a:p>
        </p:txBody>
      </p:sp>
      <p:sp>
        <p:nvSpPr>
          <p:cNvPr id="34" name="제목 1">
            <a:extLst>
              <a:ext uri="{FF2B5EF4-FFF2-40B4-BE49-F238E27FC236}">
                <a16:creationId xmlns:a16="http://schemas.microsoft.com/office/drawing/2014/main" xmlns="" id="{95F89D18-6486-B97F-0971-A57D6EC0DB43}"/>
              </a:ext>
            </a:extLst>
          </p:cNvPr>
          <p:cNvSpPr txBox="1">
            <a:spLocks/>
          </p:cNvSpPr>
          <p:nvPr userDrawn="1"/>
        </p:nvSpPr>
        <p:spPr>
          <a:xfrm>
            <a:off x="560383" y="6520854"/>
            <a:ext cx="4221956" cy="162673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 marL="0" indent="0" algn="l" defTabSz="914400" rtl="0" eaLnBrk="1" latinLnBrk="1" hangingPunct="1">
              <a:lnSpc>
                <a:spcPct val="110000"/>
              </a:lnSpc>
              <a:spcBef>
                <a:spcPct val="0"/>
              </a:spcBef>
              <a:buFont typeface="Arial" pitchFamily="34" charset="0"/>
              <a:buNone/>
            </a:pP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2026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년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06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월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NH </a:t>
            </a:r>
            <a:r>
              <a:rPr kumimoji="1" lang="ko-KR" altLang="en-US" sz="1050" b="0" i="0" u="none" strike="noStrike" kern="0" cap="none" spc="-50" normalizeH="0" baseline="0" dirty="0" err="1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프라이빗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클라우드 정기 보고서</a:t>
            </a:r>
          </a:p>
        </p:txBody>
      </p:sp>
      <p:sp>
        <p:nvSpPr>
          <p:cNvPr id="38" name="Rectangle 178">
            <a:extLst>
              <a:ext uri="{FF2B5EF4-FFF2-40B4-BE49-F238E27FC236}">
                <a16:creationId xmlns:a16="http://schemas.microsoft.com/office/drawing/2014/main" xmlns="" id="{50B025A9-216B-4D91-B3F2-E6A64714ADE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26780" y="6524601"/>
            <a:ext cx="452440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869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8412F0CD-6C03-4E80-9F06-157C4F806DB1}" type="slidenum">
              <a:rPr kumimoji="1" lang="en-US" altLang="ko-KR" sz="800" b="0" i="0" u="none" strike="noStrike" kern="0" cap="none" spc="0" normalizeH="0" baseline="0" noProof="0" smtClean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pPr marL="0" marR="0" lvl="0" indent="0" algn="ctr" defTabSz="9869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1" lang="en-US" altLang="ko-KR" sz="800" b="0" i="0" u="none" strike="noStrike" kern="0" cap="none" spc="0" normalizeH="0" baseline="0" noProof="0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2" name="Picture 16" descr="A close up of a screen&#10;&#10;Description automatically generated">
            <a:extLst>
              <a:ext uri="{FF2B5EF4-FFF2-40B4-BE49-F238E27FC236}">
                <a16:creationId xmlns:a16="http://schemas.microsoft.com/office/drawing/2014/main" xmlns="" id="{7F1C1F72-4C28-6192-313A-48EC68F96B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9327" y="666169"/>
            <a:ext cx="1176285" cy="21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920218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5" pos="3120" userDrawn="1">
          <p15:clr>
            <a:srgbClr val="FBAE40"/>
          </p15:clr>
        </p15:guide>
        <p15:guide id="6" pos="353" userDrawn="1">
          <p15:clr>
            <a:srgbClr val="FBAE40"/>
          </p15:clr>
        </p15:guide>
        <p15:guide id="7" pos="5887" userDrawn="1">
          <p15:clr>
            <a:srgbClr val="FBAE40"/>
          </p15:clr>
        </p15:guide>
        <p15:guide id="8" orient="horz" pos="1117" userDrawn="1">
          <p15:clr>
            <a:srgbClr val="FBAE40"/>
          </p15:clr>
        </p15:guide>
        <p15:guide id="9" orient="horz" pos="1525" userDrawn="1">
          <p15:clr>
            <a:srgbClr val="FBAE40"/>
          </p15:clr>
        </p15:guide>
        <p15:guide id="10" orient="horz" pos="392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xmlns="" id="{C516E4B9-83A3-9781-062B-CA85C9D320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9381" y="6518712"/>
            <a:ext cx="926232" cy="134888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xmlns="" id="{BFF96645-2BF2-74A8-4117-FCAF56560B89}"/>
              </a:ext>
            </a:extLst>
          </p:cNvPr>
          <p:cNvGrpSpPr/>
          <p:nvPr userDrawn="1"/>
        </p:nvGrpSpPr>
        <p:grpSpPr>
          <a:xfrm>
            <a:off x="560386" y="0"/>
            <a:ext cx="416937" cy="1293831"/>
            <a:chOff x="560386" y="0"/>
            <a:chExt cx="416937" cy="1293831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xmlns="" id="{77962A76-4C0C-7F0B-7929-C2AE8D64F824}"/>
                </a:ext>
              </a:extLst>
            </p:cNvPr>
            <p:cNvSpPr/>
            <p:nvPr/>
          </p:nvSpPr>
          <p:spPr>
            <a:xfrm rot="10800000" flipV="1">
              <a:off x="560386" y="357189"/>
              <a:ext cx="416937" cy="936642"/>
            </a:xfrm>
            <a:prstGeom prst="roundRect">
              <a:avLst>
                <a:gd name="adj" fmla="val 8671"/>
              </a:avLst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xmlns="" id="{1C82191C-2CDC-A36C-78C5-30E89975FCC4}"/>
                </a:ext>
              </a:extLst>
            </p:cNvPr>
            <p:cNvSpPr/>
            <p:nvPr/>
          </p:nvSpPr>
          <p:spPr>
            <a:xfrm rot="10800000" flipV="1">
              <a:off x="560386" y="0"/>
              <a:ext cx="416937" cy="1235870"/>
            </a:xfrm>
            <a:prstGeom prst="rect">
              <a:avLst/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31" name="제목 1">
            <a:extLst>
              <a:ext uri="{FF2B5EF4-FFF2-40B4-BE49-F238E27FC236}">
                <a16:creationId xmlns:a16="http://schemas.microsoft.com/office/drawing/2014/main" xmlns="" id="{724444D4-9812-9D95-EE01-39FA33C27BC9}"/>
              </a:ext>
            </a:extLst>
          </p:cNvPr>
          <p:cNvSpPr txBox="1">
            <a:spLocks/>
          </p:cNvSpPr>
          <p:nvPr userDrawn="1"/>
        </p:nvSpPr>
        <p:spPr>
          <a:xfrm>
            <a:off x="1243309" y="657291"/>
            <a:ext cx="6274853" cy="139397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en-US" altLang="ko-KR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 </a:t>
            </a:r>
            <a:r>
              <a:rPr lang="ko-KR" altLang="en-US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이슈</a:t>
            </a:r>
            <a:r>
              <a:rPr lang="en-US" altLang="ko-KR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작업 진행 사항</a:t>
            </a:r>
            <a:endParaRPr lang="en-US" altLang="ko-KR" sz="900" b="1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텍스트 개체 틀 12">
            <a:extLst>
              <a:ext uri="{FF2B5EF4-FFF2-40B4-BE49-F238E27FC236}">
                <a16:creationId xmlns:a16="http://schemas.microsoft.com/office/drawing/2014/main" xmlns="" id="{EE401C06-E5E0-2953-D265-3188D7DEDC9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60383" y="916800"/>
            <a:ext cx="416939" cy="36036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Font typeface="Arial" panose="020B0604020202020204" pitchFamily="34" charset="0"/>
              <a:buNone/>
              <a:defRPr lang="ko-KR" altLang="en-US" sz="1800" kern="1200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solidFill>
                  <a:schemeClr val="lt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6868" indent="0">
              <a:buNone/>
              <a:defRPr/>
            </a:lvl2pPr>
            <a:lvl3pPr marL="913735" indent="0">
              <a:buNone/>
              <a:defRPr/>
            </a:lvl3pPr>
            <a:lvl4pPr marL="1370602" indent="0">
              <a:buNone/>
              <a:defRPr/>
            </a:lvl4pPr>
            <a:lvl5pPr marL="1827470" indent="0">
              <a:buNone/>
              <a:defRPr/>
            </a:lvl5pPr>
          </a:lstStyle>
          <a:p>
            <a:pPr marL="0" marR="0" lvl="0" indent="0" algn="ctr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3" name="텍스트 개체 틀 8">
            <a:extLst>
              <a:ext uri="{FF2B5EF4-FFF2-40B4-BE49-F238E27FC236}">
                <a16:creationId xmlns:a16="http://schemas.microsoft.com/office/drawing/2014/main" xmlns="" id="{C9E82989-A836-0B15-4F13-7190ACCC70B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243307" y="919024"/>
            <a:ext cx="8102305" cy="360363"/>
          </a:xfrm>
          <a:prstGeom prst="rect">
            <a:avLst/>
          </a:prstGeom>
        </p:spPr>
        <p:txBody>
          <a:bodyPr lIns="0" tIns="36000" rIns="0" bIns="0" anchor="ctr">
            <a:normAutofit/>
          </a:bodyPr>
          <a:lstStyle>
            <a:lvl1pPr marL="0" indent="0">
              <a:spcBef>
                <a:spcPts val="0"/>
              </a:spcBef>
              <a:buNone/>
              <a:defRPr kumimoji="1" lang="ko-KR" altLang="en-US" sz="2700" b="0" i="0" u="none" strike="noStrike" kern="0" cap="none" spc="-150" normalizeH="0" baseline="0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marL="0" marR="0" lvl="0" indent="0" algn="l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dirty="0"/>
              <a:t>제목을 입력하세요</a:t>
            </a:r>
          </a:p>
        </p:txBody>
      </p:sp>
      <p:sp>
        <p:nvSpPr>
          <p:cNvPr id="38" name="Rectangle 178">
            <a:extLst>
              <a:ext uri="{FF2B5EF4-FFF2-40B4-BE49-F238E27FC236}">
                <a16:creationId xmlns:a16="http://schemas.microsoft.com/office/drawing/2014/main" xmlns="" id="{50B025A9-216B-4D91-B3F2-E6A64714ADE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26780" y="6524601"/>
            <a:ext cx="452440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869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8412F0CD-6C03-4E80-9F06-157C4F806DB1}" type="slidenum">
              <a:rPr kumimoji="1" lang="en-US" altLang="ko-KR" sz="800" b="0" i="0" u="none" strike="noStrike" kern="0" cap="none" spc="0" normalizeH="0" baseline="0" noProof="0" smtClean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pPr marL="0" marR="0" lvl="0" indent="0" algn="ctr" defTabSz="9869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1" lang="en-US" altLang="ko-KR" sz="800" b="0" i="0" u="none" strike="noStrike" kern="0" cap="none" spc="0" normalizeH="0" baseline="0" noProof="0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2" name="Picture 16" descr="A close up of a screen&#10;&#10;Description automatically generated">
            <a:extLst>
              <a:ext uri="{FF2B5EF4-FFF2-40B4-BE49-F238E27FC236}">
                <a16:creationId xmlns:a16="http://schemas.microsoft.com/office/drawing/2014/main" xmlns="" id="{7F1C1F72-4C28-6192-313A-48EC68F96B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9327" y="666169"/>
            <a:ext cx="1176285" cy="21941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xmlns="" id="{F3F7C996-A2E3-6BF4-914D-78F6E923A678}"/>
              </a:ext>
            </a:extLst>
          </p:cNvPr>
          <p:cNvSpPr txBox="1">
            <a:spLocks/>
          </p:cNvSpPr>
          <p:nvPr userDrawn="1"/>
        </p:nvSpPr>
        <p:spPr>
          <a:xfrm>
            <a:off x="560383" y="6520854"/>
            <a:ext cx="4221956" cy="162673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 marL="0" indent="0" algn="l" defTabSz="914400" rtl="0" eaLnBrk="1" latinLnBrk="1" hangingPunct="1">
              <a:lnSpc>
                <a:spcPct val="110000"/>
              </a:lnSpc>
              <a:spcBef>
                <a:spcPct val="0"/>
              </a:spcBef>
              <a:buFont typeface="Arial" pitchFamily="34" charset="0"/>
              <a:buNone/>
            </a:pP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2026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년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06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월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NH </a:t>
            </a:r>
            <a:r>
              <a:rPr kumimoji="1" lang="ko-KR" altLang="en-US" sz="1050" b="0" i="0" u="none" strike="noStrike" kern="0" cap="none" spc="-50" normalizeH="0" baseline="0" dirty="0" err="1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프라이빗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클라우드 정기 보고서</a:t>
            </a:r>
          </a:p>
        </p:txBody>
      </p:sp>
    </p:spTree>
    <p:extLst>
      <p:ext uri="{BB962C8B-B14F-4D97-AF65-F5344CB8AC3E}">
        <p14:creationId xmlns:p14="http://schemas.microsoft.com/office/powerpoint/2010/main" val="2165995474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5" pos="3120">
          <p15:clr>
            <a:srgbClr val="FBAE40"/>
          </p15:clr>
        </p15:guide>
        <p15:guide id="6" pos="353">
          <p15:clr>
            <a:srgbClr val="FBAE40"/>
          </p15:clr>
        </p15:guide>
        <p15:guide id="7" pos="5887">
          <p15:clr>
            <a:srgbClr val="FBAE40"/>
          </p15:clr>
        </p15:guide>
        <p15:guide id="8" orient="horz" pos="1117">
          <p15:clr>
            <a:srgbClr val="FBAE40"/>
          </p15:clr>
        </p15:guide>
        <p15:guide id="9" orient="horz" pos="1525">
          <p15:clr>
            <a:srgbClr val="FBAE40"/>
          </p15:clr>
        </p15:guide>
        <p15:guide id="10" orient="horz" pos="392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xmlns="" id="{C516E4B9-83A3-9781-062B-CA85C9D320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9381" y="6518712"/>
            <a:ext cx="926232" cy="134888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xmlns="" id="{BFF96645-2BF2-74A8-4117-FCAF56560B89}"/>
              </a:ext>
            </a:extLst>
          </p:cNvPr>
          <p:cNvGrpSpPr/>
          <p:nvPr userDrawn="1"/>
        </p:nvGrpSpPr>
        <p:grpSpPr>
          <a:xfrm>
            <a:off x="560386" y="0"/>
            <a:ext cx="416937" cy="1293831"/>
            <a:chOff x="560386" y="0"/>
            <a:chExt cx="416937" cy="1293831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xmlns="" id="{77962A76-4C0C-7F0B-7929-C2AE8D64F824}"/>
                </a:ext>
              </a:extLst>
            </p:cNvPr>
            <p:cNvSpPr/>
            <p:nvPr/>
          </p:nvSpPr>
          <p:spPr>
            <a:xfrm rot="10800000" flipV="1">
              <a:off x="560386" y="357189"/>
              <a:ext cx="416937" cy="936642"/>
            </a:xfrm>
            <a:prstGeom prst="roundRect">
              <a:avLst>
                <a:gd name="adj" fmla="val 8671"/>
              </a:avLst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xmlns="" id="{1C82191C-2CDC-A36C-78C5-30E89975FCC4}"/>
                </a:ext>
              </a:extLst>
            </p:cNvPr>
            <p:cNvSpPr/>
            <p:nvPr/>
          </p:nvSpPr>
          <p:spPr>
            <a:xfrm rot="10800000" flipV="1">
              <a:off x="560386" y="0"/>
              <a:ext cx="416937" cy="1235870"/>
            </a:xfrm>
            <a:prstGeom prst="rect">
              <a:avLst/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31" name="제목 1">
            <a:extLst>
              <a:ext uri="{FF2B5EF4-FFF2-40B4-BE49-F238E27FC236}">
                <a16:creationId xmlns:a16="http://schemas.microsoft.com/office/drawing/2014/main" xmlns="" id="{724444D4-9812-9D95-EE01-39FA33C27BC9}"/>
              </a:ext>
            </a:extLst>
          </p:cNvPr>
          <p:cNvSpPr txBox="1">
            <a:spLocks/>
          </p:cNvSpPr>
          <p:nvPr userDrawn="1"/>
        </p:nvSpPr>
        <p:spPr>
          <a:xfrm>
            <a:off x="1243309" y="657291"/>
            <a:ext cx="6274853" cy="139397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en-US" altLang="ko-KR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 </a:t>
            </a:r>
            <a:r>
              <a:rPr lang="ko-KR" altLang="en-US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정기점검 결과 및 상세 내역</a:t>
            </a:r>
            <a:endParaRPr lang="en-US" altLang="ko-KR" sz="900" b="1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텍스트 개체 틀 12">
            <a:extLst>
              <a:ext uri="{FF2B5EF4-FFF2-40B4-BE49-F238E27FC236}">
                <a16:creationId xmlns:a16="http://schemas.microsoft.com/office/drawing/2014/main" xmlns="" id="{EE401C06-E5E0-2953-D265-3188D7DEDC9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60383" y="916800"/>
            <a:ext cx="416939" cy="36036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Font typeface="Arial" panose="020B0604020202020204" pitchFamily="34" charset="0"/>
              <a:buNone/>
              <a:defRPr lang="ko-KR" altLang="en-US" sz="1800" kern="1200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solidFill>
                  <a:schemeClr val="lt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6868" indent="0">
              <a:buNone/>
              <a:defRPr/>
            </a:lvl2pPr>
            <a:lvl3pPr marL="913735" indent="0">
              <a:buNone/>
              <a:defRPr/>
            </a:lvl3pPr>
            <a:lvl4pPr marL="1370602" indent="0">
              <a:buNone/>
              <a:defRPr/>
            </a:lvl4pPr>
            <a:lvl5pPr marL="1827470" indent="0">
              <a:buNone/>
              <a:defRPr/>
            </a:lvl5pPr>
          </a:lstStyle>
          <a:p>
            <a:pPr marL="0" marR="0" lvl="0" indent="0" algn="ctr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3" name="텍스트 개체 틀 8">
            <a:extLst>
              <a:ext uri="{FF2B5EF4-FFF2-40B4-BE49-F238E27FC236}">
                <a16:creationId xmlns:a16="http://schemas.microsoft.com/office/drawing/2014/main" xmlns="" id="{C9E82989-A836-0B15-4F13-7190ACCC70B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243307" y="919024"/>
            <a:ext cx="8102305" cy="360363"/>
          </a:xfrm>
          <a:prstGeom prst="rect">
            <a:avLst/>
          </a:prstGeom>
        </p:spPr>
        <p:txBody>
          <a:bodyPr lIns="0" tIns="36000" rIns="0" bIns="0" anchor="ctr">
            <a:normAutofit/>
          </a:bodyPr>
          <a:lstStyle>
            <a:lvl1pPr marL="0" indent="0">
              <a:spcBef>
                <a:spcPts val="0"/>
              </a:spcBef>
              <a:buNone/>
              <a:defRPr kumimoji="1" lang="ko-KR" altLang="en-US" sz="2700" b="0" i="0" u="none" strike="noStrike" kern="0" cap="none" spc="-150" normalizeH="0" baseline="0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marL="0" marR="0" lvl="0" indent="0" algn="l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dirty="0"/>
              <a:t>제목을 입력하세요</a:t>
            </a:r>
          </a:p>
        </p:txBody>
      </p:sp>
      <p:sp>
        <p:nvSpPr>
          <p:cNvPr id="38" name="Rectangle 178">
            <a:extLst>
              <a:ext uri="{FF2B5EF4-FFF2-40B4-BE49-F238E27FC236}">
                <a16:creationId xmlns:a16="http://schemas.microsoft.com/office/drawing/2014/main" xmlns="" id="{50B025A9-216B-4D91-B3F2-E6A64714ADE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26780" y="6524601"/>
            <a:ext cx="452440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869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8412F0CD-6C03-4E80-9F06-157C4F806DB1}" type="slidenum">
              <a:rPr kumimoji="1" lang="en-US" altLang="ko-KR" sz="800" b="0" i="0" u="none" strike="noStrike" kern="0" cap="none" spc="0" normalizeH="0" baseline="0" noProof="0" smtClean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pPr marL="0" marR="0" lvl="0" indent="0" algn="ctr" defTabSz="9869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1" lang="en-US" altLang="ko-KR" sz="800" b="0" i="0" u="none" strike="noStrike" kern="0" cap="none" spc="0" normalizeH="0" baseline="0" noProof="0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2" name="Picture 16" descr="A close up of a screen&#10;&#10;Description automatically generated">
            <a:extLst>
              <a:ext uri="{FF2B5EF4-FFF2-40B4-BE49-F238E27FC236}">
                <a16:creationId xmlns:a16="http://schemas.microsoft.com/office/drawing/2014/main" xmlns="" id="{7F1C1F72-4C28-6192-313A-48EC68F96B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9327" y="666169"/>
            <a:ext cx="1176285" cy="21941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xmlns="" id="{E764784C-41ED-B0EA-3B40-A47880F7826C}"/>
              </a:ext>
            </a:extLst>
          </p:cNvPr>
          <p:cNvSpPr txBox="1">
            <a:spLocks/>
          </p:cNvSpPr>
          <p:nvPr userDrawn="1"/>
        </p:nvSpPr>
        <p:spPr>
          <a:xfrm>
            <a:off x="560383" y="6520854"/>
            <a:ext cx="4221956" cy="162673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 marL="0" indent="0" algn="l" defTabSz="914400" rtl="0" eaLnBrk="1" latinLnBrk="1" hangingPunct="1">
              <a:lnSpc>
                <a:spcPct val="110000"/>
              </a:lnSpc>
              <a:spcBef>
                <a:spcPct val="0"/>
              </a:spcBef>
              <a:buFont typeface="Arial" pitchFamily="34" charset="0"/>
              <a:buNone/>
            </a:pP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2026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년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06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월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NH </a:t>
            </a:r>
            <a:r>
              <a:rPr kumimoji="1" lang="ko-KR" altLang="en-US" sz="1050" b="0" i="0" u="none" strike="noStrike" kern="0" cap="none" spc="-50" normalizeH="0" baseline="0" dirty="0" err="1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프라이빗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클라우드 정기 보고서</a:t>
            </a:r>
          </a:p>
        </p:txBody>
      </p:sp>
    </p:spTree>
    <p:extLst>
      <p:ext uri="{BB962C8B-B14F-4D97-AF65-F5344CB8AC3E}">
        <p14:creationId xmlns:p14="http://schemas.microsoft.com/office/powerpoint/2010/main" val="3663955942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5" pos="3120">
          <p15:clr>
            <a:srgbClr val="FBAE40"/>
          </p15:clr>
        </p15:guide>
        <p15:guide id="6" pos="353">
          <p15:clr>
            <a:srgbClr val="FBAE40"/>
          </p15:clr>
        </p15:guide>
        <p15:guide id="7" pos="5887">
          <p15:clr>
            <a:srgbClr val="FBAE40"/>
          </p15:clr>
        </p15:guide>
        <p15:guide id="8" orient="horz" pos="1117">
          <p15:clr>
            <a:srgbClr val="FBAE40"/>
          </p15:clr>
        </p15:guide>
        <p15:guide id="9" orient="horz" pos="1525">
          <p15:clr>
            <a:srgbClr val="FBAE40"/>
          </p15:clr>
        </p15:guide>
        <p15:guide id="10" orient="horz" pos="392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8" Type="http://schemas.openxmlformats.org/officeDocument/2006/relationships/slideLayout" Target="../slideLayouts/slideLayout8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9341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4"/>
    <p:sldLayoutId id="2147483667" r:id="rId5"/>
    <p:sldLayoutId id="2147483670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/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2F1E48-20D9-BE0E-7E4C-8598047A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0B5904F7-4665-B750-2F6F-F4BC7B060A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01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20EC7C20-4D79-E1BD-80D1-AB9F96147F2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ko-KR" altLang="en-US" sz="2000" b="1" dirty="0"/>
              <a:t>클라우드 운영 현황 </a:t>
            </a:r>
            <a:r>
              <a:rPr lang="en-US" altLang="ko-KR" sz="2000" b="1" dirty="0"/>
              <a:t>(2/2)</a:t>
            </a:r>
            <a:endParaRPr lang="ko-KR" altLang="en-US" sz="2000" b="1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xmlns="" id="{E33D7FE6-2C39-C380-B435-17F791080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296506"/>
              </p:ext>
            </p:extLst>
          </p:nvPr>
        </p:nvGraphicFramePr>
        <p:xfrm>
          <a:off x="565919" y="1634509"/>
          <a:ext cx="8779693" cy="2813760"/>
        </p:xfrm>
        <a:graphic>
          <a:graphicData uri="http://schemas.openxmlformats.org/drawingml/2006/table">
            <a:tbl>
              <a:tblPr/>
              <a:tblGrid>
                <a:gridCol w="725549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725549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8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09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xmlns="" val="20010"/>
                    </a:ext>
                  </a:extLst>
                </a:gridCol>
                <a:gridCol w="801923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29160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법인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운영구분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06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 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누적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전월 대비 증감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45600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클러스터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호스트 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Container (AI)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클러스터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호스트  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Container (AI)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84400">
                <a:tc row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은행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운영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24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(12/12)</a:t>
                      </a:r>
                      <a:endParaRPr kumimoji="0" lang="ko-KR" alt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120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(60/60)</a:t>
                      </a:r>
                      <a:endParaRPr kumimoji="0" lang="ko-KR" alt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 rtl="0"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570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-102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의왕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안성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운영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공통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275</a:t>
                      </a:r>
                      <a:endParaRPr kumimoji="0" lang="ko-KR" alt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138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137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68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algn="ctr" fontAlgn="ctr"/>
                      <a:endParaRPr lang="en-US" sz="1000" b="1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개발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16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 rtl="0"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231</a:t>
                      </a:r>
                      <a:endParaRPr lang="en-US" altLang="ko-KR" sz="900" b="0" i="0" u="none" strike="noStrike" dirty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rgbClr val="FF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-13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394756132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개발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공통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91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-50" normalizeH="0" baseline="0" dirty="0" smtClean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46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rgbClr val="FF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 smtClean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 </a:t>
                      </a:r>
                      <a:r>
                        <a:rPr kumimoji="0" lang="en-US" altLang="ko-KR" sz="900" b="0" i="0" u="none" strike="noStrike" kern="1200" cap="none" spc="-50" normalizeH="0" baseline="0" dirty="0" smtClean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45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1">
                        <a:defRPr/>
                      </a:pPr>
                      <a:r>
                        <a:rPr lang="en-US" altLang="ko-KR" sz="900" dirty="0">
                          <a:latin typeface="맑은 고딕"/>
                          <a:ea typeface="맑은 고딕"/>
                        </a:rPr>
                        <a:t>15</a:t>
                      </a:r>
                      <a:endParaRPr lang="ko-KR" altLang="en-US" sz="900" dirty="0"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8440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중앙회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운영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(4/4)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36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(18/18)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216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rgbClr val="FF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-17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의왕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안성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7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개발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80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-3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84400"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합계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effectLst/>
                        <a:latin typeface="돋움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37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176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1,463</a:t>
                      </a:r>
                      <a:endParaRPr kumimoji="0" 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-52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xmlns="" id="{53FC4509-AAF6-7FBE-4C06-9E4B103A5567}"/>
              </a:ext>
            </a:extLst>
          </p:cNvPr>
          <p:cNvGrpSpPr/>
          <p:nvPr/>
        </p:nvGrpSpPr>
        <p:grpSpPr>
          <a:xfrm>
            <a:off x="560388" y="1406819"/>
            <a:ext cx="8788732" cy="236287"/>
            <a:chOff x="560388" y="1536951"/>
            <a:chExt cx="8788732" cy="236287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xmlns="" id="{B5B6A986-53DF-2F1F-CFA1-F80F308D8D99}"/>
                </a:ext>
              </a:extLst>
            </p:cNvPr>
            <p:cNvGrpSpPr/>
            <p:nvPr/>
          </p:nvGrpSpPr>
          <p:grpSpPr>
            <a:xfrm>
              <a:off x="560388" y="1536951"/>
              <a:ext cx="8283764" cy="211452"/>
              <a:chOff x="983148" y="1520472"/>
              <a:chExt cx="8283764" cy="211452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xmlns="" id="{095EA5EC-2C84-65D8-B508-8DAAD7F77383}"/>
                  </a:ext>
                </a:extLst>
              </p:cNvPr>
              <p:cNvSpPr txBox="1"/>
              <p:nvPr/>
            </p:nvSpPr>
            <p:spPr>
              <a:xfrm>
                <a:off x="1270260" y="1520472"/>
                <a:ext cx="7996652" cy="211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defTabSz="914400" fontAlgn="base">
                  <a:spcBef>
                    <a:spcPct val="0"/>
                  </a:spcBef>
                  <a:spcAft>
                    <a:spcPct val="0"/>
                  </a:spcAft>
                  <a:buSzPct val="250000"/>
                  <a:tabLst>
                    <a:tab pos="180975" algn="l"/>
                  </a:tabLst>
                </a:pPr>
                <a:r>
                  <a:rPr lang="en-US" altLang="ko-KR" sz="1200" b="1" spc="-50" dirty="0">
                    <a:gradFill>
                      <a:gsLst>
                        <a:gs pos="42083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PaaS</a:t>
                </a:r>
                <a:r>
                  <a:rPr lang="ko-KR" altLang="en-US" sz="1200" b="1" spc="-50" dirty="0">
                    <a:gradFill>
                      <a:gsLst>
                        <a:gs pos="42083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운영 현황</a:t>
                </a:r>
              </a:p>
            </p:txBody>
          </p:sp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xmlns="" id="{77D2A7BC-B5B5-100D-EE86-12EFDB6D784E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2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83148" y="1528998"/>
                <a:ext cx="194400" cy="194400"/>
              </a:xfrm>
              <a:prstGeom prst="rect">
                <a:avLst/>
              </a:prstGeom>
            </p:spPr>
          </p:pic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E19AEC12-1B75-20B4-72A3-5DEA2D58C286}"/>
                </a:ext>
              </a:extLst>
            </p:cNvPr>
            <p:cNvSpPr txBox="1"/>
            <p:nvPr/>
          </p:nvSpPr>
          <p:spPr>
            <a:xfrm>
              <a:off x="8524608" y="1562035"/>
              <a:ext cx="824512" cy="211203"/>
            </a:xfrm>
            <a:prstGeom prst="rect">
              <a:avLst/>
            </a:prstGeom>
          </p:spPr>
          <p:txBody>
            <a:bodyPr wrap="none" lIns="36000" tIns="36000" rIns="36000" bIns="36000" rtlCol="0" anchor="ctr" anchorCtr="0">
              <a:spAutoFit/>
            </a:bodyPr>
            <a:lstStyle>
              <a:defPPr>
                <a:defRPr lang="ko-KR"/>
              </a:defPPr>
              <a:lvl1pPr>
                <a:spcBef>
                  <a:spcPts val="400"/>
                </a:spcBef>
                <a:defRPr sz="1000" spc="-20">
                  <a:gradFill>
                    <a:gsLst>
                      <a:gs pos="74583">
                        <a:schemeClr val="tx1">
                          <a:lumMod val="65000"/>
                          <a:lumOff val="35000"/>
                        </a:schemeClr>
                      </a:gs>
                      <a:gs pos="63750">
                        <a:schemeClr val="tx1">
                          <a:lumMod val="65000"/>
                          <a:lumOff val="35000"/>
                        </a:schemeClr>
                      </a:gs>
                    </a:gsLst>
                    <a:lin ang="5400000" scaled="0"/>
                  </a:gradFill>
                  <a:latin typeface="Rix고딕 L" panose="02020603020101020101" pitchFamily="18" charset="-127"/>
                  <a:ea typeface="Rix고딕 L" panose="02020603020101020101" pitchFamily="18" charset="-127"/>
                </a:defRPr>
              </a:lvl1pPr>
            </a:lstStyle>
            <a:p>
              <a:pPr algn="r" defTabSz="914400" latinLnBrk="1"/>
              <a:r>
                <a:rPr lang="en-US" altLang="ko-KR" sz="900" spc="-50" dirty="0" smtClean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2026.08.31 </a:t>
              </a:r>
              <a:r>
                <a:rPr lang="ko-KR" altLang="en-US" sz="900" spc="-5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216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961C45-B9E5-84A1-9AAB-C07F1CD31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CDE81664-F68C-325E-7D31-ECD3DFB64A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2-1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AC14B6FD-CDB0-C038-1E10-B69CF4E8A3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ko-KR" altLang="en-US" sz="2000" b="1" dirty="0"/>
              <a:t>라이선스 현황 </a:t>
            </a:r>
            <a:r>
              <a:rPr lang="en-US" altLang="ko-KR" sz="2000" b="1" dirty="0"/>
              <a:t>&gt; VMware</a:t>
            </a:r>
            <a:endParaRPr lang="ko-KR" altLang="en-US" sz="2000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6CE39763-CC39-EA65-54AA-3C1192777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483031"/>
              </p:ext>
            </p:extLst>
          </p:nvPr>
        </p:nvGraphicFramePr>
        <p:xfrm>
          <a:off x="562584" y="1635560"/>
          <a:ext cx="8783030" cy="2305193"/>
        </p:xfrm>
        <a:graphic>
          <a:graphicData uri="http://schemas.openxmlformats.org/drawingml/2006/table">
            <a:tbl>
              <a:tblPr/>
              <a:tblGrid>
                <a:gridCol w="64223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56605">
                  <a:extLst>
                    <a:ext uri="{9D8B030D-6E8A-4147-A177-3AD203B41FA5}">
                      <a16:colId xmlns:a16="http://schemas.microsoft.com/office/drawing/2014/main" xmlns="" val="2384931313"/>
                    </a:ext>
                  </a:extLst>
                </a:gridCol>
                <a:gridCol w="128447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84474">
                  <a:extLst>
                    <a:ext uri="{9D8B030D-6E8A-4147-A177-3AD203B41FA5}">
                      <a16:colId xmlns:a16="http://schemas.microsoft.com/office/drawing/2014/main" xmlns="" val="3559700351"/>
                    </a:ext>
                  </a:extLst>
                </a:gridCol>
                <a:gridCol w="535197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532595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742242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xmlns="" val="3357191488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xmlns="" val="204228196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xmlns="" val="45488154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xmlns="" val="587605963"/>
                    </a:ext>
                  </a:extLst>
                </a:gridCol>
                <a:gridCol w="1249238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158297"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솔루션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유지보수 계약 현황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 운영 및 구매 현황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1" i="0" u="none" strike="noStrike" kern="1200" cap="none" spc="-3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58297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제조사 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rowSpan="2"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제품명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80" normalizeH="0" baseline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제품명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은행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합계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은행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800" b="1" i="0" u="none" strike="noStrike" kern="1200" cap="none" spc="-3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800" b="1" i="0" u="none" strike="noStrike" kern="1200" cap="none" spc="-3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운영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구매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운영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구매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537711046"/>
                  </a:ext>
                </a:extLst>
              </a:tr>
              <a:tr h="176720">
                <a:tc rowSpan="7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VMware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rowSpan="5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IaaS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vCenter Server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Standard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</a:t>
                      </a:r>
                      <a:endParaRPr kumimoji="0" lang="ko-KR" altLang="en-US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kumimoji="0" lang="ko-KR" altLang="en-US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</a:t>
                      </a:r>
                      <a:endParaRPr kumimoji="0" lang="ko-KR" altLang="en-US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76720">
                <a:tc vMerge="1"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900" b="1" i="0" u="none" strike="noStrike" kern="1200" cap="none" spc="-2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vSphere (</a:t>
                      </a:r>
                      <a:r>
                        <a:rPr kumimoji="0" lang="en-US" sz="900" b="1" i="0" u="none" strike="noStrike" kern="1200" cap="none" spc="-50" normalizeH="0" baseline="0" dirty="0" err="1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ESXi</a:t>
                      </a: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Standard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121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79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855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kern="1200" cap="none" spc="-2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54167">
                              <a:schemeClr val="tx1">
                                <a:lumMod val="75000"/>
                                <a:lumOff val="25000"/>
                              </a:schemeClr>
                            </a:gs>
                            <a:gs pos="47917">
                              <a:schemeClr val="tx1">
                                <a:lumMod val="75000"/>
                                <a:lumOff val="25000"/>
                              </a:schemeClr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/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Enterprise Plus</a:t>
                      </a:r>
                      <a:endParaRPr lang="en-US" sz="900" spc="-5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846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530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1,376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 spc="-50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6116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900" b="1" i="0" u="none" strike="noStrike" kern="1200" cap="none" spc="-2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 err="1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vSAN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Advanced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168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168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136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168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176720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>
                        <a:effectLst/>
                        <a:latin typeface="돋움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2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Aria Suite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Advanced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488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144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632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190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488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144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7672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SDN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NSX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Advanced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250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642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522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266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274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372982886"/>
                  </a:ext>
                </a:extLst>
              </a:tr>
              <a:tr h="2621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20" normalizeH="0" baseline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Aria Operations</a:t>
                      </a:r>
                    </a:p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for Networks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Enterprise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250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642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522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266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274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5757220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xmlns="" id="{E96A7F0B-994B-94F2-F357-340E53DA6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928809"/>
              </p:ext>
            </p:extLst>
          </p:nvPr>
        </p:nvGraphicFramePr>
        <p:xfrm>
          <a:off x="560383" y="4218001"/>
          <a:ext cx="8785232" cy="2238135"/>
        </p:xfrm>
        <a:graphic>
          <a:graphicData uri="http://schemas.openxmlformats.org/drawingml/2006/table">
            <a:tbl>
              <a:tblPr/>
              <a:tblGrid>
                <a:gridCol w="66501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95380">
                  <a:extLst>
                    <a:ext uri="{9D8B030D-6E8A-4147-A177-3AD203B41FA5}">
                      <a16:colId xmlns:a16="http://schemas.microsoft.com/office/drawing/2014/main" xmlns="" val="2384931313"/>
                    </a:ext>
                  </a:extLst>
                </a:gridCol>
                <a:gridCol w="251849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xmlns="" val="3357191488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xmlns="" val="45488154"/>
                    </a:ext>
                  </a:extLst>
                </a:gridCol>
                <a:gridCol w="740010">
                  <a:extLst>
                    <a:ext uri="{9D8B030D-6E8A-4147-A177-3AD203B41FA5}">
                      <a16:colId xmlns:a16="http://schemas.microsoft.com/office/drawing/2014/main" xmlns="" val="2657744405"/>
                    </a:ext>
                  </a:extLst>
                </a:gridCol>
                <a:gridCol w="1237128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130898"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솔루션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구독 계약 현황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 운영 현황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61795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제조사 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제품명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80" normalizeH="0" baseline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제품명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은행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합계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은행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합계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100" b="1" i="0" u="none" strike="noStrike" kern="1200" cap="none" spc="-8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14908">
                <a:tc rowSpan="7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VMware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VCF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VMware Cloud Foundation 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3,200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1,152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4,352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3,200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1,152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4,352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신규 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차분 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60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개월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(25.11~30.10)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AVI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Avi Load Balancer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64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64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갱신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차분 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58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개월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(26.01~30.10)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372982886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Avi Load Balancer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26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년 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8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 갱신 예정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318273850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PaaS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spc="-50" baseline="0" dirty="0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Tanzu Operations Manager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882403600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00" b="1" i="0" u="none" strike="noStrike" spc="-50" baseline="0" dirty="0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TAS App Service (50 AI)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1,200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1800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984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479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1,463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611795751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spc="-50" baseline="0" dirty="0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Tanzu </a:t>
                      </a:r>
                      <a:r>
                        <a:rPr lang="en-US" sz="900" b="1" i="0" u="none" strike="noStrike" spc="-50" baseline="0" dirty="0" err="1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GemFire</a:t>
                      </a:r>
                      <a:endParaRPr lang="en-US" sz="900" b="1" i="0" u="none" strike="noStrike" spc="-50" baseline="0" dirty="0">
                        <a:solidFill>
                          <a:srgbClr val="40404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111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283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82150799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spc="-50" baseline="0" dirty="0"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Tanzu RabbitMQ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23708578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xmlns="" id="{3BE06F83-6653-45E6-A5FA-1278BCF3644A}"/>
              </a:ext>
            </a:extLst>
          </p:cNvPr>
          <p:cNvGrpSpPr/>
          <p:nvPr/>
        </p:nvGrpSpPr>
        <p:grpSpPr>
          <a:xfrm>
            <a:off x="560388" y="1406819"/>
            <a:ext cx="8788732" cy="236287"/>
            <a:chOff x="560388" y="1536951"/>
            <a:chExt cx="8788732" cy="236287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xmlns="" id="{771B884D-9B1D-400B-95BD-DA24CCE285A2}"/>
                </a:ext>
              </a:extLst>
            </p:cNvPr>
            <p:cNvGrpSpPr/>
            <p:nvPr/>
          </p:nvGrpSpPr>
          <p:grpSpPr>
            <a:xfrm>
              <a:off x="560388" y="1536951"/>
              <a:ext cx="8283764" cy="211452"/>
              <a:chOff x="983148" y="1520472"/>
              <a:chExt cx="8283764" cy="211452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xmlns="" id="{57740AF7-11EF-496D-A6C9-B8EEBBB3BA56}"/>
                  </a:ext>
                </a:extLst>
              </p:cNvPr>
              <p:cNvSpPr txBox="1"/>
              <p:nvPr/>
            </p:nvSpPr>
            <p:spPr>
              <a:xfrm>
                <a:off x="1270260" y="1520472"/>
                <a:ext cx="7996652" cy="211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defTabSz="914400" fontAlgn="base">
                  <a:spcBef>
                    <a:spcPct val="0"/>
                  </a:spcBef>
                  <a:spcAft>
                    <a:spcPct val="0"/>
                  </a:spcAft>
                  <a:buSzPct val="250000"/>
                  <a:tabLst>
                    <a:tab pos="180975" algn="l"/>
                  </a:tabLst>
                </a:pPr>
                <a:r>
                  <a:rPr lang="en-US" altLang="ko-KR" sz="1200" b="1" spc="-50" dirty="0">
                    <a:gradFill>
                      <a:gsLst>
                        <a:gs pos="42083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HPP</a:t>
                </a:r>
                <a:r>
                  <a:rPr lang="ko-KR" altLang="en-US" sz="1200" b="1" spc="-50" dirty="0">
                    <a:gradFill>
                      <a:gsLst>
                        <a:gs pos="42083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라이센스</a:t>
                </a: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xmlns="" id="{56782237-3A88-454A-BC14-6DBF1F35E14E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2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83148" y="1528998"/>
                <a:ext cx="194400" cy="194400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xmlns="" id="{4358B892-03CF-4D1F-8A38-488AE9F4AB2E}"/>
                </a:ext>
              </a:extLst>
            </p:cNvPr>
            <p:cNvSpPr txBox="1"/>
            <p:nvPr/>
          </p:nvSpPr>
          <p:spPr>
            <a:xfrm>
              <a:off x="8524608" y="1562035"/>
              <a:ext cx="824512" cy="211203"/>
            </a:xfrm>
            <a:prstGeom prst="rect">
              <a:avLst/>
            </a:prstGeom>
          </p:spPr>
          <p:txBody>
            <a:bodyPr wrap="none" lIns="36000" tIns="36000" rIns="36000" bIns="36000" rtlCol="0" anchor="ctr" anchorCtr="0">
              <a:spAutoFit/>
            </a:bodyPr>
            <a:lstStyle>
              <a:defPPr>
                <a:defRPr lang="ko-KR"/>
              </a:defPPr>
              <a:lvl1pPr>
                <a:spcBef>
                  <a:spcPts val="400"/>
                </a:spcBef>
                <a:defRPr sz="1000" spc="-20">
                  <a:gradFill>
                    <a:gsLst>
                      <a:gs pos="74583">
                        <a:schemeClr val="tx1">
                          <a:lumMod val="65000"/>
                          <a:lumOff val="35000"/>
                        </a:schemeClr>
                      </a:gs>
                      <a:gs pos="63750">
                        <a:schemeClr val="tx1">
                          <a:lumMod val="65000"/>
                          <a:lumOff val="35000"/>
                        </a:schemeClr>
                      </a:gs>
                    </a:gsLst>
                    <a:lin ang="5400000" scaled="0"/>
                  </a:gradFill>
                  <a:latin typeface="Rix고딕 L" panose="02020603020101020101" pitchFamily="18" charset="-127"/>
                  <a:ea typeface="Rix고딕 L" panose="02020603020101020101" pitchFamily="18" charset="-127"/>
                </a:defRPr>
              </a:lvl1pPr>
            </a:lstStyle>
            <a:p>
              <a:pPr algn="r" defTabSz="914400" latinLnBrk="1"/>
              <a:r>
                <a:rPr lang="en-US" altLang="ko-KR" sz="900" spc="-50" dirty="0" smtClean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2026.08.31 </a:t>
              </a:r>
              <a:r>
                <a:rPr lang="ko-KR" altLang="en-US" sz="900" spc="-5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기준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xmlns="" id="{13200A9F-3A32-4232-B13E-57FF0F247869}"/>
              </a:ext>
            </a:extLst>
          </p:cNvPr>
          <p:cNvPicPr>
            <a:picLocks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388" y="4000553"/>
            <a:ext cx="194400" cy="19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33AFF587-C630-4DEC-BAC2-6466461DD676}"/>
              </a:ext>
            </a:extLst>
          </p:cNvPr>
          <p:cNvSpPr txBox="1"/>
          <p:nvPr/>
        </p:nvSpPr>
        <p:spPr>
          <a:xfrm>
            <a:off x="8524608" y="4017111"/>
            <a:ext cx="824512" cy="211203"/>
          </a:xfrm>
          <a:prstGeom prst="rect">
            <a:avLst/>
          </a:prstGeom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3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 panose="02020603020101020101" pitchFamily="18" charset="-127"/>
                <a:ea typeface="Rix고딕 L" panose="02020603020101020101" pitchFamily="18" charset="-127"/>
              </a:defRPr>
            </a:lvl1pPr>
          </a:lstStyle>
          <a:p>
            <a:pPr algn="r" defTabSz="914400" latinLnBrk="1"/>
            <a:r>
              <a:rPr lang="en-US" altLang="ko-KR" sz="900" spc="-5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2026.08.31 </a:t>
            </a:r>
            <a:r>
              <a:rPr lang="ko-KR" altLang="en-US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xmlns="" id="{E243D5A3-DDCB-4A8D-BF50-16DBD42B74EA}"/>
              </a:ext>
            </a:extLst>
          </p:cNvPr>
          <p:cNvSpPr txBox="1"/>
          <p:nvPr/>
        </p:nvSpPr>
        <p:spPr>
          <a:xfrm>
            <a:off x="847500" y="3992027"/>
            <a:ext cx="7996652" cy="21145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SzPct val="250000"/>
              <a:tabLst>
                <a:tab pos="180975" algn="l"/>
              </a:tabLst>
            </a:pPr>
            <a:r>
              <a:rPr lang="ko-KR" altLang="en-US" sz="1200" b="1" spc="-50" dirty="0">
                <a:gradFill>
                  <a:gsLst>
                    <a:gs pos="42083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 panose="020B0503020000020004" pitchFamily="50" charset="-127"/>
                <a:ea typeface="맑은 고딕" panose="020B0503020000020004" pitchFamily="50" charset="-127"/>
              </a:rPr>
              <a:t>구독 라이센스</a:t>
            </a:r>
          </a:p>
        </p:txBody>
      </p:sp>
    </p:spTree>
    <p:extLst>
      <p:ext uri="{BB962C8B-B14F-4D97-AF65-F5344CB8AC3E}">
        <p14:creationId xmlns:p14="http://schemas.microsoft.com/office/powerpoint/2010/main" val="4130957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44C0582-03F3-F64A-B5E4-4550921C8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27EC2F98-A7F8-B253-AB04-579ECBD7E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01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A3D2BBCE-D34B-6404-0AD0-F511B24C0C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SR </a:t>
            </a:r>
            <a:r>
              <a:rPr lang="ko-KR" altLang="en-US" b="1" dirty="0"/>
              <a:t>진행현황 요약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xmlns="" id="{22E6AB92-60EC-1DDA-9081-14B36526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413338"/>
              </p:ext>
            </p:extLst>
          </p:nvPr>
        </p:nvGraphicFramePr>
        <p:xfrm>
          <a:off x="560388" y="1629072"/>
          <a:ext cx="8785225" cy="4334810"/>
        </p:xfrm>
        <a:graphic>
          <a:graphicData uri="http://schemas.openxmlformats.org/drawingml/2006/table">
            <a:tbl>
              <a:tblPr/>
              <a:tblGrid>
                <a:gridCol w="572911">
                  <a:extLst>
                    <a:ext uri="{9D8B030D-6E8A-4147-A177-3AD203B41FA5}">
                      <a16:colId xmlns:a16="http://schemas.microsoft.com/office/drawing/2014/main" xmlns="" val="1356310942"/>
                    </a:ext>
                  </a:extLst>
                </a:gridCol>
                <a:gridCol w="6074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858636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94068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55900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559001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687493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55784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플랫폼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제품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 No.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발생일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내용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진행 현황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완료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b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</a:b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여부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78625">
                <a:tc rowSpan="6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PaaS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TAS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en-US" altLang="ko-KR" sz="900" kern="1200" spc="-5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endParaRPr lang="en-US" altLang="ko-KR" sz="900" b="0" u="none" kern="1200" spc="-50" baseline="0" dirty="0">
                        <a:solidFill>
                          <a:srgbClr val="404040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782708426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en-US" altLang="ko-KR" sz="900" kern="1200" spc="-5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endParaRPr lang="en-US" altLang="ko-KR" sz="900" b="0" u="none" kern="1200" spc="-50" baseline="0" dirty="0">
                        <a:solidFill>
                          <a:srgbClr val="404040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710033785"/>
                  </a:ext>
                </a:extLst>
              </a:tr>
              <a:tr h="578625">
                <a:tc vMerge="1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en-US" altLang="ko-KR" sz="900" kern="1200" spc="-5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en-US" altLang="ko-KR" sz="900" kern="1200" spc="-5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en-US" altLang="ko-KR" sz="900" kern="1200" spc="-5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err="1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err="1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en-US" altLang="ko-KR" sz="900" kern="1200" spc="-5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noProof="0" dirty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err="1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en-US" altLang="ko-KR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  <a:r>
                        <a:rPr lang="ko-KR" altLang="en-US" sz="900" b="0" u="none" kern="1200" spc="-50" baseline="0" dirty="0" smtClean="0">
                          <a:solidFill>
                            <a:srgbClr val="404040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E19AEC12-1B75-20B4-72A3-5DEA2D58C286}"/>
              </a:ext>
            </a:extLst>
          </p:cNvPr>
          <p:cNvSpPr txBox="1"/>
          <p:nvPr/>
        </p:nvSpPr>
        <p:spPr>
          <a:xfrm>
            <a:off x="8524608" y="1431903"/>
            <a:ext cx="824512" cy="211203"/>
          </a:xfrm>
          <a:prstGeom prst="rect">
            <a:avLst/>
          </a:prstGeom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3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 panose="02020603020101020101" pitchFamily="18" charset="-127"/>
                <a:ea typeface="Rix고딕 L" panose="02020603020101020101" pitchFamily="18" charset="-127"/>
              </a:defRPr>
            </a:lvl1pPr>
          </a:lstStyle>
          <a:p>
            <a:pPr algn="r" defTabSz="914400" latinLnBrk="1"/>
            <a:r>
              <a:rPr lang="en-US" altLang="ko-KR" sz="900" spc="-5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2026.08.31 </a:t>
            </a:r>
            <a:r>
              <a:rPr lang="ko-KR" altLang="en-US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</a:t>
            </a:r>
          </a:p>
        </p:txBody>
      </p:sp>
    </p:spTree>
    <p:extLst>
      <p:ext uri="{BB962C8B-B14F-4D97-AF65-F5344CB8AC3E}">
        <p14:creationId xmlns:p14="http://schemas.microsoft.com/office/powerpoint/2010/main" val="1937918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665F9D-7B55-9EC7-37C5-FF6CCE37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69C53BB3-379F-03A2-4BF6-A992A8E539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2-3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3FC8490-1F41-7B9E-0052-7A321F8717F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 dirty="0" smtClean="0"/>
              <a:t>(1/6)</a:t>
            </a:r>
            <a:endParaRPr lang="ko-KR" altLang="en-US" b="1" dirty="0"/>
          </a:p>
        </p:txBody>
      </p:sp>
      <p:grpSp>
        <p:nvGrpSpPr>
          <p:cNvPr id="5" name="그룹 5">
            <a:extLst>
              <a:ext uri="{FF2B5EF4-FFF2-40B4-BE49-F238E27FC236}">
                <a16:creationId xmlns:a16="http://schemas.microsoft.com/office/drawing/2014/main" xmlns="" id="{5B1A0B22-F879-4071-606E-448546740D06}"/>
              </a:ext>
            </a:extLst>
          </p:cNvPr>
          <p:cNvGrpSpPr/>
          <p:nvPr/>
        </p:nvGrpSpPr>
        <p:grpSpPr>
          <a:xfrm>
            <a:off x="560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B234377F-C18F-56F9-45C9-D9AAC3D0D083}"/>
                </a:ext>
              </a:extLst>
            </p:cNvPr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defTabSz="914400" fontAlgn="base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</a:pPr>
              <a:r>
                <a:rPr lang="en-US" altLang="ko-KR" sz="1200" b="1" spc="-50" dirty="0">
                  <a:gradFill>
                    <a:gsLst>
                      <a:gs pos="42083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PaaS</a:t>
              </a:r>
              <a:endParaRPr lang="ko-KR" altLang="en-US" sz="1200" b="1" spc="-50" dirty="0">
                <a:gradFill>
                  <a:gsLst>
                    <a:gs pos="42083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7" name="그림 7">
              <a:extLst>
                <a:ext uri="{FF2B5EF4-FFF2-40B4-BE49-F238E27FC236}">
                  <a16:creationId xmlns:a16="http://schemas.microsoft.com/office/drawing/2014/main" xmlns="" id="{3C7FFA7A-D5C0-9EF9-4266-B3C19A7E6383}"/>
                </a:ext>
              </a:extLst>
            </p:cNvPr>
            <p:cNvPicPr>
              <a:picLocks/>
            </p:cNvPicPr>
            <p:nvPr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xmlns="" id="{FDC481AE-FFA6-AE7E-F194-76A638A6C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625963"/>
              </p:ext>
            </p:extLst>
          </p:nvPr>
        </p:nvGraphicFramePr>
        <p:xfrm>
          <a:off x="560385" y="1630604"/>
          <a:ext cx="8785226" cy="45460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xmlns="" val="3321336279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xmlns="" val="3390246218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xmlns="" val="1067781680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xmlns="" val="233856829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sz="900" b="1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 No.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심각도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bg1"/>
                        </a:solidFill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4198719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2182484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baseline="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492170856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900" b="0" spc="-50" dirty="0" smtClean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900" b="0" spc="-50" dirty="0" smtClean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357188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155149378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90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err="1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spc="-50" dirty="0" smtClean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027454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E19AEC12-1B75-20B4-72A3-5DEA2D58C286}"/>
              </a:ext>
            </a:extLst>
          </p:cNvPr>
          <p:cNvSpPr txBox="1"/>
          <p:nvPr/>
        </p:nvSpPr>
        <p:spPr>
          <a:xfrm>
            <a:off x="8524608" y="1431903"/>
            <a:ext cx="824512" cy="211203"/>
          </a:xfrm>
          <a:prstGeom prst="rect">
            <a:avLst/>
          </a:prstGeom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3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 panose="02020603020101020101" pitchFamily="18" charset="-127"/>
                <a:ea typeface="Rix고딕 L" panose="02020603020101020101" pitchFamily="18" charset="-127"/>
              </a:defRPr>
            </a:lvl1pPr>
          </a:lstStyle>
          <a:p>
            <a:pPr algn="r" defTabSz="914400" latinLnBrk="1"/>
            <a:r>
              <a:rPr lang="en-US" altLang="ko-KR" sz="900" spc="-5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2026.08.31 </a:t>
            </a:r>
            <a:r>
              <a:rPr lang="ko-KR" altLang="en-US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</a:t>
            </a:r>
          </a:p>
        </p:txBody>
      </p:sp>
    </p:spTree>
    <p:extLst>
      <p:ext uri="{BB962C8B-B14F-4D97-AF65-F5344CB8AC3E}">
        <p14:creationId xmlns:p14="http://schemas.microsoft.com/office/powerpoint/2010/main" val="3875099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01DE3-AE63-FC97-3050-B12BB9F85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B41E199E-8257-DFEA-FF10-E5ECE58D29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3-3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B38D31D-342B-B770-C4E9-4AF88786FF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b="1" dirty="0"/>
              <a:t>작업 진행 현황 </a:t>
            </a:r>
            <a:r>
              <a:rPr lang="en-US" altLang="ko-KR" b="1" dirty="0"/>
              <a:t>&gt; PaaS (</a:t>
            </a:r>
            <a:r>
              <a:rPr lang="en-US" altLang="ko-KR" b="1" dirty="0" smtClean="0"/>
              <a:t>1/3)</a:t>
            </a:r>
            <a:endParaRPr lang="ko-KR" altLang="en-US" b="1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xmlns="" id="{0431E27E-3AF9-CFA8-4E98-2DC18262824D}"/>
              </a:ext>
            </a:extLst>
          </p:cNvPr>
          <p:cNvGrpSpPr/>
          <p:nvPr/>
        </p:nvGrpSpPr>
        <p:grpSpPr>
          <a:xfrm>
            <a:off x="560388" y="1404408"/>
            <a:ext cx="8283950" cy="211452"/>
            <a:chOff x="983148" y="1520472"/>
            <a:chExt cx="8283950" cy="21145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xmlns="" id="{C5EC79E5-8491-C5CE-2721-4F4E63B86538}"/>
                </a:ext>
              </a:extLst>
            </p:cNvPr>
            <p:cNvSpPr txBox="1"/>
            <p:nvPr/>
          </p:nvSpPr>
          <p:spPr>
            <a:xfrm>
              <a:off x="1270260" y="1520472"/>
              <a:ext cx="7996838" cy="2114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defTabSz="914400" fontAlgn="base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</a:pPr>
              <a:r>
                <a:rPr lang="en-US" altLang="ko-KR" sz="1200" b="1" spc="-50" dirty="0">
                  <a:gradFill>
                    <a:gsLst>
                      <a:gs pos="42083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PaaS</a:t>
              </a: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xmlns="" id="{BD4332ED-A865-F199-625B-2FB36F0254A6}"/>
                </a:ext>
              </a:extLst>
            </p:cNvPr>
            <p:cNvPicPr>
              <a:picLocks/>
            </p:cNvPicPr>
            <p:nvPr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xmlns="" id="{4B18508E-7280-12B7-95B2-9BFAD40FA0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182343"/>
              </p:ext>
            </p:extLst>
          </p:nvPr>
        </p:nvGraphicFramePr>
        <p:xfrm>
          <a:off x="560388" y="1628774"/>
          <a:ext cx="8785224" cy="4608514"/>
        </p:xfrm>
        <a:graphic>
          <a:graphicData uri="http://schemas.openxmlformats.org/drawingml/2006/table">
            <a:tbl>
              <a:tblPr/>
              <a:tblGrid>
                <a:gridCol w="572949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763933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572949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64934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592822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907492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725736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9541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전산</a:t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센터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법인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작업일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지원</a:t>
                      </a:r>
                      <a:endParaRPr kumimoji="0" lang="en-US" altLang="ko-KR" sz="900" b="1" i="0" u="none" strike="noStrike" kern="1200" cap="none" spc="-50" normalizeH="0" baseline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작업 내역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이슈 사항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765382813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 err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ko-KR" sz="900" b="0" kern="1200" dirty="0">
                        <a:solidFill>
                          <a:schemeClr val="dk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510135426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31849271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25373671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128140374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94135188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870799797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ko-KR" sz="900" b="0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fontAlgn="ctr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5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979032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306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F28E0A-DCD9-80B1-A890-2E36FB1C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B9621205-5021-C7F0-633F-C24DB7AD45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04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32E73628-944D-4B7D-B83F-BE2B356C83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PaaS (1/2)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44175732"/>
      </p:ext>
    </p:extLst>
  </p:cSld>
  <p:clrMapOvr>
    <a:masterClrMapping/>
  </p:clrMapOvr>
</p:sld>
</file>

<file path=ppt/theme/theme1.xml><?xml version="1.0" encoding="utf-8"?>
<a:theme xmlns:a="http://schemas.openxmlformats.org/drawingml/2006/main" name="2024 DS 발표템플릿">
  <a:themeElements>
    <a:clrScheme name="2024 DS표준템플릿">
      <a:dk1>
        <a:sysClr val="windowText" lastClr="000000"/>
      </a:dk1>
      <a:lt1>
        <a:sysClr val="window" lastClr="FFFFFF"/>
      </a:lt1>
      <a:dk2>
        <a:srgbClr val="EBF5FF"/>
      </a:dk2>
      <a:lt2>
        <a:srgbClr val="E7E6E6"/>
      </a:lt2>
      <a:accent1>
        <a:srgbClr val="007AF9"/>
      </a:accent1>
      <a:accent2>
        <a:srgbClr val="002060"/>
      </a:accent2>
      <a:accent3>
        <a:srgbClr val="A5A5A5"/>
      </a:accent3>
      <a:accent4>
        <a:srgbClr val="DDEEFE"/>
      </a:accent4>
      <a:accent5>
        <a:srgbClr val="5B9BD5"/>
      </a:accent5>
      <a:accent6>
        <a:srgbClr val="FFC000"/>
      </a:accent6>
      <a:hlink>
        <a:srgbClr val="0563C1"/>
      </a:hlink>
      <a:folHlink>
        <a:srgbClr val="954F72"/>
      </a:folHlink>
    </a:clrScheme>
    <a:fontScheme name="제안서">
      <a:majorFont>
        <a:latin typeface="Rix고딕 B"/>
        <a:ea typeface="Rix고딕 B"/>
        <a:cs typeface=""/>
      </a:majorFont>
      <a:minorFont>
        <a:latin typeface="Rix고딕 M"/>
        <a:ea typeface="Rix고딕 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7AF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xmlns="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0ED0FB8-29BE-44BF-A4D2-E547406EBD0C}">
  <we:reference id="wa200010725" version="1.0.0.1" store="ko-KR" storeType="OMEX"/>
  <we:alternateReferences>
    <we:reference id="WA200010725" version="1.0.0.1" store="" storeType="OMEX"/>
  </we:alternateReferences>
  <we:properties>
    <we:property name="claude.fileId" value="&quot;aa652b63-9a91-41ca-8465-a752b9a08a0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4643742-1E6E-478E-9F3B-8CDC6059593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8e1f7578-ef49-479f-9c43-e084882a9ef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8110</TotalTime>
  <Words>2362</Words>
  <Application>Microsoft Office PowerPoint</Application>
  <PresentationFormat>A4 용지(210x297mm)</PresentationFormat>
  <Paragraphs>656</Paragraphs>
  <Slides>17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18" baseType="lpstr">
      <vt:lpstr>2024 DS 발표템플릿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지혜 강</dc:creator>
  <cp:lastModifiedBy>금창진</cp:lastModifiedBy>
  <cp:revision>1569</cp:revision>
  <dcterms:created xsi:type="dcterms:W3CDTF">2023-12-22T07:29:25Z</dcterms:created>
  <dcterms:modified xsi:type="dcterms:W3CDTF">2026-09-04T07:38:18Z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ad3be33-4108-4738-9e07-d8656a181486_Enabled">
    <vt:lpwstr>true</vt:lpwstr>
  </property>
  <property fmtid="{D5CDD505-2E9C-101B-9397-08002B2CF9AE}" pid="3" name="MSIP_Label_dad3be33-4108-4738-9e07-d8656a181486_SetDate">
    <vt:lpwstr>2026-04-06T09:35:29Z</vt:lpwstr>
  </property>
  <property fmtid="{D5CDD505-2E9C-101B-9397-08002B2CF9AE}" pid="4" name="MSIP_Label_dad3be33-4108-4738-9e07-d8656a181486_Method">
    <vt:lpwstr>Privileged</vt:lpwstr>
  </property>
  <property fmtid="{D5CDD505-2E9C-101B-9397-08002B2CF9AE}" pid="5" name="MSIP_Label_dad3be33-4108-4738-9e07-d8656a181486_Name">
    <vt:lpwstr>Public No Visual Label</vt:lpwstr>
  </property>
  <property fmtid="{D5CDD505-2E9C-101B-9397-08002B2CF9AE}" pid="6" name="MSIP_Label_dad3be33-4108-4738-9e07-d8656a181486_SiteId">
    <vt:lpwstr>945c199a-83a2-4e80-9f8c-5a91be5752dd</vt:lpwstr>
  </property>
  <property fmtid="{D5CDD505-2E9C-101B-9397-08002B2CF9AE}" pid="7" name="MSIP_Label_dad3be33-4108-4738-9e07-d8656a181486_ActionId">
    <vt:lpwstr>148009ae-9ba5-49a5-bf32-3790d915dea0</vt:lpwstr>
  </property>
  <property fmtid="{D5CDD505-2E9C-101B-9397-08002B2CF9AE}" pid="8" name="MSIP_Label_dad3be33-4108-4738-9e07-d8656a181486_ContentBits">
    <vt:lpwstr>0</vt:lpwstr>
  </property>
  <property fmtid="{D5CDD505-2E9C-101B-9397-08002B2CF9AE}" pid="9" name="MSIP_Label_dad3be33-4108-4738-9e07-d8656a181486_Tag">
    <vt:lpwstr>10, 0, 1, 1</vt:lpwstr>
  </property>
</Properties>
</file>